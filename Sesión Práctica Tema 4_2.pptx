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65" r:id="rId3"/>
    <p:sldId id="258" r:id="rId4"/>
    <p:sldId id="259" r:id="rId5"/>
    <p:sldId id="260" r:id="rId6"/>
    <p:sldId id="261" r:id="rId7"/>
    <p:sldId id="262" r:id="rId8"/>
    <p:sldId id="266" r:id="rId9"/>
    <p:sldId id="267" r:id="rId10"/>
    <p:sldId id="268" r:id="rId11"/>
    <p:sldId id="270" r:id="rId12"/>
    <p:sldId id="263" r:id="rId13"/>
    <p:sldId id="271" r:id="rId14"/>
    <p:sldId id="264" r:id="rId15"/>
    <p:sldId id="273" r:id="rId16"/>
    <p:sldId id="272"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64"/>
    <p:restoredTop sz="94613"/>
  </p:normalViewPr>
  <p:slideViewPr>
    <p:cSldViewPr snapToGrid="0" snapToObjects="1">
      <p:cViewPr varScale="1">
        <p:scale>
          <a:sx n="115" d="100"/>
          <a:sy n="115" d="100"/>
        </p:scale>
        <p:origin x="1368" y="12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436346" y="1788454"/>
            <a:ext cx="6270922" cy="2098226"/>
          </a:xfrm>
        </p:spPr>
        <p:txBody>
          <a:bodyPr anchor="b">
            <a:noAutofit/>
          </a:bodyPr>
          <a:lstStyle>
            <a:lvl1pPr algn="ctr">
              <a:defRPr sz="6000" cap="all" baseline="0">
                <a:solidFill>
                  <a:schemeClr val="tx2"/>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2009930" y="3956280"/>
            <a:ext cx="5123755" cy="1086237"/>
          </a:xfrm>
        </p:spPr>
        <p:txBody>
          <a:bodyPr>
            <a:normAutofit/>
          </a:bodyPr>
          <a:lstStyle>
            <a:lvl1pPr marL="0" indent="0" algn="ctr">
              <a:lnSpc>
                <a:spcPct val="112000"/>
              </a:lnSpc>
              <a:spcBef>
                <a:spcPts val="0"/>
              </a:spcBef>
              <a:spcAft>
                <a:spcPts val="0"/>
              </a:spcAft>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a:xfrm>
            <a:off x="564644" y="6453386"/>
            <a:ext cx="1205958" cy="404614"/>
          </a:xfrm>
        </p:spPr>
        <p:txBody>
          <a:bodyPr/>
          <a:lstStyle>
            <a:lvl1pPr>
              <a:defRPr baseline="0">
                <a:solidFill>
                  <a:schemeClr val="tx2"/>
                </a:solidFill>
              </a:defRPr>
            </a:lvl1pPr>
          </a:lstStyle>
          <a:p>
            <a:fld id="{5BCAD085-E8A6-8845-BD4E-CB4CCA059FC4}" type="datetimeFigureOut">
              <a:rPr lang="en-US" smtClean="0"/>
              <a:t>11/11/25</a:t>
            </a:fld>
            <a:endParaRPr lang="en-US"/>
          </a:p>
        </p:txBody>
      </p:sp>
      <p:sp>
        <p:nvSpPr>
          <p:cNvPr id="5" name="Footer Placeholder 4"/>
          <p:cNvSpPr>
            <a:spLocks noGrp="1"/>
          </p:cNvSpPr>
          <p:nvPr>
            <p:ph type="ftr" sz="quarter" idx="11"/>
          </p:nvPr>
        </p:nvSpPr>
        <p:spPr>
          <a:xfrm>
            <a:off x="1938041" y="6453386"/>
            <a:ext cx="5267533" cy="404614"/>
          </a:xfrm>
        </p:spPr>
        <p:txBody>
          <a:bodyPr/>
          <a:lstStyle>
            <a:lvl1pPr algn="ctr">
              <a:defRPr baseline="0">
                <a:solidFill>
                  <a:schemeClr val="tx2"/>
                </a:solidFill>
              </a:defRPr>
            </a:lvl1pPr>
          </a:lstStyle>
          <a:p>
            <a:endParaRPr lang="en-US"/>
          </a:p>
        </p:txBody>
      </p:sp>
      <p:sp>
        <p:nvSpPr>
          <p:cNvPr id="6" name="Slide Number Placeholder 5"/>
          <p:cNvSpPr>
            <a:spLocks noGrp="1"/>
          </p:cNvSpPr>
          <p:nvPr>
            <p:ph type="sldNum" sz="quarter" idx="12"/>
          </p:nvPr>
        </p:nvSpPr>
        <p:spPr>
          <a:xfrm>
            <a:off x="7373012" y="6453386"/>
            <a:ext cx="1197219" cy="404614"/>
          </a:xfrm>
        </p:spPr>
        <p:txBody>
          <a:bodyPr/>
          <a:lstStyle>
            <a:lvl1pPr>
              <a:defRPr baseline="0">
                <a:solidFill>
                  <a:schemeClr val="tx2"/>
                </a:solidFill>
              </a:defRPr>
            </a:lvl1pPr>
          </a:lstStyle>
          <a:p>
            <a:fld id="{C1FF6DA9-008F-8B48-92A6-B652298478BF}" type="slidenum">
              <a:rPr lang="en-US" smtClean="0"/>
              <a:t>‹Nº›</a:t>
            </a:fld>
            <a:endParaRPr lang="en-US"/>
          </a:p>
        </p:txBody>
      </p:sp>
      <p:grpSp>
        <p:nvGrpSpPr>
          <p:cNvPr id="8" name="Group 7"/>
          <p:cNvGrpSpPr/>
          <p:nvPr/>
        </p:nvGrpSpPr>
        <p:grpSpPr>
          <a:xfrm>
            <a:off x="564643" y="744469"/>
            <a:ext cx="8005589" cy="5349671"/>
            <a:chOff x="564643" y="744469"/>
            <a:chExt cx="8005589" cy="5349671"/>
          </a:xfrm>
        </p:grpSpPr>
        <p:sp>
          <p:nvSpPr>
            <p:cNvPr id="11" name="Freeform 6"/>
            <p:cNvSpPr/>
            <p:nvPr/>
          </p:nvSpPr>
          <p:spPr bwMode="auto">
            <a:xfrm>
              <a:off x="6113972" y="1685652"/>
              <a:ext cx="2456260" cy="4408488"/>
            </a:xfrm>
            <a:custGeom>
              <a:avLst/>
              <a:gdLst/>
              <a:ahLst/>
              <a:cxnLst/>
              <a:rect l="l" t="t" r="r" b="b"/>
              <a:pathLst>
                <a:path w="10000" h="10000">
                  <a:moveTo>
                    <a:pt x="8761" y="0"/>
                  </a:moveTo>
                  <a:lnTo>
                    <a:pt x="10000" y="0"/>
                  </a:lnTo>
                  <a:lnTo>
                    <a:pt x="10000" y="10000"/>
                  </a:lnTo>
                  <a:lnTo>
                    <a:pt x="0" y="10000"/>
                  </a:lnTo>
                  <a:lnTo>
                    <a:pt x="0" y="9357"/>
                  </a:lnTo>
                  <a:lnTo>
                    <a:pt x="8761" y="935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564643" y="744469"/>
              <a:ext cx="2456505" cy="4408488"/>
            </a:xfrm>
            <a:custGeom>
              <a:avLst/>
              <a:gdLst/>
              <a:ahLst/>
              <a:cxnLst/>
              <a:rect l="l" t="t" r="r" b="b"/>
              <a:pathLst>
                <a:path w="10001" h="10000">
                  <a:moveTo>
                    <a:pt x="8762" y="0"/>
                  </a:moveTo>
                  <a:lnTo>
                    <a:pt x="10001" y="0"/>
                  </a:lnTo>
                  <a:lnTo>
                    <a:pt x="10001" y="10000"/>
                  </a:lnTo>
                  <a:lnTo>
                    <a:pt x="1" y="10000"/>
                  </a:lnTo>
                  <a:cubicBezTo>
                    <a:pt x="-2" y="9766"/>
                    <a:pt x="4" y="9586"/>
                    <a:pt x="1" y="9352"/>
                  </a:cubicBezTo>
                  <a:lnTo>
                    <a:pt x="8762" y="9346"/>
                  </a:lnTo>
                  <a:lnTo>
                    <a:pt x="8762" y="0"/>
                  </a:lnTo>
                  <a:close/>
                </a:path>
              </a:pathLst>
            </a:custGeom>
            <a:solidFill>
              <a:schemeClr val="tx2"/>
            </a:solidFill>
            <a:ln w="0">
              <a:noFill/>
              <a:prstDash val="solid"/>
              <a:round/>
              <a:headEnd/>
              <a:tailEnd/>
            </a:ln>
          </p:spPr>
        </p:sp>
      </p:grpSp>
    </p:spTree>
    <p:extLst>
      <p:ext uri="{BB962C8B-B14F-4D97-AF65-F5344CB8AC3E}">
        <p14:creationId xmlns:p14="http://schemas.microsoft.com/office/powerpoint/2010/main" val="17379210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11/11/25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0175383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73769" y="1301361"/>
            <a:ext cx="7209728" cy="2852737"/>
          </a:xfrm>
        </p:spPr>
        <p:txBody>
          <a:bodyPr anchor="b">
            <a:normAutofit/>
          </a:bodyPr>
          <a:lstStyle>
            <a:lvl1pPr algn="r">
              <a:defRPr sz="6000" cap="all" baseline="0">
                <a:solidFill>
                  <a:schemeClr val="tx2"/>
                </a:solidFill>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573769" y="4216328"/>
            <a:ext cx="7209728" cy="1143324"/>
          </a:xfrm>
        </p:spPr>
        <p:txBody>
          <a:bodyPr/>
          <a:lstStyle>
            <a:lvl1pPr marL="0" indent="0" algn="r">
              <a:lnSpc>
                <a:spcPct val="112000"/>
              </a:lnSpc>
              <a:spcBef>
                <a:spcPts val="0"/>
              </a:spcBef>
              <a:spcAft>
                <a:spcPts val="0"/>
              </a:spcAft>
              <a:buNone/>
              <a:defRPr sz="1800">
                <a:solidFill>
                  <a:schemeClr val="tx2"/>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a:xfrm>
            <a:off x="554181" y="6453386"/>
            <a:ext cx="1216807" cy="404614"/>
          </a:xfrm>
        </p:spPr>
        <p:txBody>
          <a:bodyPr/>
          <a:lstStyle>
            <a:lvl1pPr>
              <a:defRPr>
                <a:solidFill>
                  <a:schemeClr val="tx2"/>
                </a:solidFill>
              </a:defRPr>
            </a:lvl1pPr>
          </a:lstStyle>
          <a:p>
            <a:fld id="{5BCAD085-E8A6-8845-BD4E-CB4CCA059FC4}" type="datetimeFigureOut">
              <a:rPr lang="en-US" smtClean="0"/>
              <a:t>11/11/25</a:t>
            </a:fld>
            <a:endParaRPr lang="en-US"/>
          </a:p>
        </p:txBody>
      </p:sp>
      <p:sp>
        <p:nvSpPr>
          <p:cNvPr id="5" name="Footer Placeholder 4"/>
          <p:cNvSpPr>
            <a:spLocks noGrp="1"/>
          </p:cNvSpPr>
          <p:nvPr>
            <p:ph type="ftr" sz="quarter" idx="11"/>
          </p:nvPr>
        </p:nvSpPr>
        <p:spPr>
          <a:xfrm>
            <a:off x="1938234" y="6453386"/>
            <a:ext cx="5267533" cy="404614"/>
          </a:xfrm>
        </p:spPr>
        <p:txBody>
          <a:bodyPr/>
          <a:lstStyle>
            <a:lvl1pPr algn="ctr">
              <a:defRPr>
                <a:solidFill>
                  <a:schemeClr val="tx2"/>
                </a:solidFill>
              </a:defRPr>
            </a:lvl1pPr>
          </a:lstStyle>
          <a:p>
            <a:endParaRPr lang="en-US"/>
          </a:p>
        </p:txBody>
      </p:sp>
      <p:sp>
        <p:nvSpPr>
          <p:cNvPr id="6" name="Slide Number Placeholder 5"/>
          <p:cNvSpPr>
            <a:spLocks noGrp="1"/>
          </p:cNvSpPr>
          <p:nvPr>
            <p:ph type="sldNum" sz="quarter" idx="12"/>
          </p:nvPr>
        </p:nvSpPr>
        <p:spPr>
          <a:xfrm>
            <a:off x="7373012" y="6453386"/>
            <a:ext cx="1197219" cy="404614"/>
          </a:xfrm>
        </p:spPr>
        <p:txBody>
          <a:bodyPr/>
          <a:lstStyle>
            <a:lvl1pPr>
              <a:defRPr>
                <a:solidFill>
                  <a:schemeClr val="tx2"/>
                </a:solidFill>
              </a:defRPr>
            </a:lvl1pPr>
          </a:lstStyle>
          <a:p>
            <a:fld id="{C1FF6DA9-008F-8B48-92A6-B652298478BF}" type="slidenum">
              <a:rPr lang="en-US" smtClean="0"/>
              <a:t>‹Nº›</a:t>
            </a:fld>
            <a:endParaRPr lang="en-US"/>
          </a:p>
        </p:txBody>
      </p:sp>
      <p:sp>
        <p:nvSpPr>
          <p:cNvPr id="7" name="Freeform 6"/>
          <p:cNvSpPr/>
          <p:nvPr/>
        </p:nvSpPr>
        <p:spPr bwMode="auto">
          <a:xfrm>
            <a:off x="6113972" y="1685652"/>
            <a:ext cx="2456260"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bg2"/>
          </a:solidFill>
          <a:ln w="0">
            <a:noFill/>
            <a:prstDash val="solid"/>
            <a:round/>
            <a:headEnd/>
            <a:tailEnd/>
          </a:ln>
        </p:spPr>
      </p:sp>
      <p:sp>
        <p:nvSpPr>
          <p:cNvPr id="8" name="Freeform 7" title="Crop Mark"/>
          <p:cNvSpPr/>
          <p:nvPr/>
        </p:nvSpPr>
        <p:spPr bwMode="auto">
          <a:xfrm>
            <a:off x="6113972" y="1685652"/>
            <a:ext cx="2456260"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extLst>
      <p:ext uri="{BB962C8B-B14F-4D97-AF65-F5344CB8AC3E}">
        <p14:creationId xmlns:p14="http://schemas.microsoft.com/office/powerpoint/2010/main" val="4003502973"/>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s-ES"/>
              <a:t>Haga clic para modificar el estilo de título del patrón</a:t>
            </a:r>
            <a:endParaRPr lang="en-US" dirty="0"/>
          </a:p>
        </p:txBody>
      </p:sp>
      <p:sp>
        <p:nvSpPr>
          <p:cNvPr id="3" name="Content Placeholder 2"/>
          <p:cNvSpPr>
            <a:spLocks noGrp="1"/>
          </p:cNvSpPr>
          <p:nvPr>
            <p:ph sz="half" idx="1"/>
          </p:nvPr>
        </p:nvSpPr>
        <p:spPr>
          <a:xfrm>
            <a:off x="1028700" y="2286000"/>
            <a:ext cx="3335840"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4894052" y="2286000"/>
            <a:ext cx="3335840"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11/11/25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388403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1028700" y="685800"/>
            <a:ext cx="7200900" cy="1485900"/>
          </a:xfrm>
        </p:spPr>
        <p:txBody>
          <a:bodyPr/>
          <a:lstStyle>
            <a:lvl1pPr>
              <a:defRPr>
                <a:solidFill>
                  <a:schemeClr val="tx2"/>
                </a:solidFill>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028700" y="2340230"/>
            <a:ext cx="3335840" cy="823912"/>
          </a:xfrm>
        </p:spPr>
        <p:txBody>
          <a:bodyPr anchor="b">
            <a:noAutofit/>
          </a:bodyPr>
          <a:lstStyle>
            <a:lvl1pPr marL="0" indent="0">
              <a:lnSpc>
                <a:spcPct val="84000"/>
              </a:lnSpc>
              <a:spcBef>
                <a:spcPts val="0"/>
              </a:spcBef>
              <a:spcAft>
                <a:spcPts val="0"/>
              </a:spcAft>
              <a:buNone/>
              <a:defRPr sz="2400" b="0"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s-ES"/>
              <a:t>Haga clic para modificar los estilos de texto del patrón</a:t>
            </a:r>
          </a:p>
        </p:txBody>
      </p:sp>
      <p:sp>
        <p:nvSpPr>
          <p:cNvPr id="4" name="Content Placeholder 3"/>
          <p:cNvSpPr>
            <a:spLocks noGrp="1"/>
          </p:cNvSpPr>
          <p:nvPr>
            <p:ph sz="half" idx="2"/>
          </p:nvPr>
        </p:nvSpPr>
        <p:spPr>
          <a:xfrm>
            <a:off x="1028700" y="3305208"/>
            <a:ext cx="3335839"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4893760" y="2349754"/>
            <a:ext cx="3335840" cy="823912"/>
          </a:xfrm>
        </p:spPr>
        <p:txBody>
          <a:bodyPr anchor="b">
            <a:noAutofit/>
          </a:bodyPr>
          <a:lstStyle>
            <a:lvl1pPr marL="0" indent="0">
              <a:lnSpc>
                <a:spcPct val="84000"/>
              </a:lnSpc>
              <a:spcBef>
                <a:spcPts val="0"/>
              </a:spcBef>
              <a:spcAft>
                <a:spcPts val="0"/>
              </a:spcAft>
              <a:buNone/>
              <a:defRPr sz="2400" b="0"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s-ES"/>
              <a:t>Haga clic para modificar los estilos de texto del patrón</a:t>
            </a:r>
          </a:p>
        </p:txBody>
      </p:sp>
      <p:sp>
        <p:nvSpPr>
          <p:cNvPr id="6" name="Content Placeholder 5"/>
          <p:cNvSpPr>
            <a:spLocks noGrp="1"/>
          </p:cNvSpPr>
          <p:nvPr>
            <p:ph sz="quarter" idx="4"/>
          </p:nvPr>
        </p:nvSpPr>
        <p:spPr>
          <a:xfrm>
            <a:off x="4893760" y="3305208"/>
            <a:ext cx="3335840"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11/11/25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7869043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11/11/25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252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11/11/25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42653752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8" name="Rectangle 7" title="Background Shape"/>
          <p:cNvSpPr/>
          <p:nvPr/>
        </p:nvSpPr>
        <p:spPr>
          <a:xfrm>
            <a:off x="0" y="376"/>
            <a:ext cx="397764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542925" y="685800"/>
            <a:ext cx="2891790" cy="2157884"/>
          </a:xfrm>
        </p:spPr>
        <p:txBody>
          <a:bodyPr anchor="t">
            <a:noAutofit/>
          </a:bodyPr>
          <a:lstStyle>
            <a:lvl1pPr>
              <a:lnSpc>
                <a:spcPct val="84000"/>
              </a:lnSpc>
              <a:defRPr sz="4400" baseline="0">
                <a:solidFill>
                  <a:schemeClr val="tx2"/>
                </a:solidFill>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4692015" y="685801"/>
            <a:ext cx="3909060" cy="5175250"/>
          </a:xfrm>
        </p:spPr>
        <p:txBody>
          <a:bodyPr/>
          <a:lstStyle>
            <a:lvl1pPr>
              <a:defRPr sz="1500"/>
            </a:lvl1pPr>
            <a:lvl2pPr>
              <a:defRPr sz="1500"/>
            </a:lvl2pPr>
            <a:lvl3pPr>
              <a:defRPr sz="1350"/>
            </a:lvl3pPr>
            <a:lvl4pPr>
              <a:defRPr sz="1350"/>
            </a:lvl4pPr>
            <a:lvl5pPr>
              <a:defRPr sz="1200"/>
            </a:lvl5pPr>
            <a:lvl6pPr>
              <a:defRPr sz="1200"/>
            </a:lvl6pPr>
            <a:lvl7pPr>
              <a:defRPr sz="1200"/>
            </a:lvl7pPr>
            <a:lvl8pPr>
              <a:defRPr sz="1200"/>
            </a:lvl8pPr>
            <a:lvl9pPr>
              <a:defRPr sz="12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542925" y="2856344"/>
            <a:ext cx="2891790" cy="3011056"/>
          </a:xfrm>
        </p:spPr>
        <p:txBody>
          <a:bodyPr>
            <a:normAutofit/>
          </a:bodyPr>
          <a:lstStyle>
            <a:lvl1pPr marL="0" indent="0">
              <a:lnSpc>
                <a:spcPct val="113000"/>
              </a:lnSpc>
              <a:spcBef>
                <a:spcPts val="0"/>
              </a:spcBef>
              <a:spcAft>
                <a:spcPts val="1500"/>
              </a:spcAft>
              <a:buNone/>
              <a:defRPr sz="16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s-ES"/>
              <a:t>Haga clic para modificar los estilos de texto del patrón</a:t>
            </a:r>
          </a:p>
        </p:txBody>
      </p:sp>
      <p:sp>
        <p:nvSpPr>
          <p:cNvPr id="5" name="Date Placeholder 4"/>
          <p:cNvSpPr>
            <a:spLocks noGrp="1"/>
          </p:cNvSpPr>
          <p:nvPr>
            <p:ph type="dt" sz="half" idx="10"/>
          </p:nvPr>
        </p:nvSpPr>
        <p:spPr>
          <a:xfrm>
            <a:off x="542925" y="6453386"/>
            <a:ext cx="903429" cy="404614"/>
          </a:xfrm>
        </p:spPr>
        <p:txBody>
          <a:bodyPr/>
          <a:lstStyle>
            <a:lvl1pPr>
              <a:defRPr>
                <a:solidFill>
                  <a:schemeClr val="tx2"/>
                </a:solidFill>
              </a:defRPr>
            </a:lvl1pPr>
          </a:lstStyle>
          <a:p>
            <a:fld id="{5BCAD085-E8A6-8845-BD4E-CB4CCA059FC4}" type="datetimeFigureOut">
              <a:rPr lang="en-US" smtClean="0"/>
              <a:t>11/11/25</a:t>
            </a:fld>
            <a:endParaRPr lang="en-US"/>
          </a:p>
        </p:txBody>
      </p:sp>
      <p:sp>
        <p:nvSpPr>
          <p:cNvPr id="6" name="Footer Placeholder 5"/>
          <p:cNvSpPr>
            <a:spLocks noGrp="1"/>
          </p:cNvSpPr>
          <p:nvPr>
            <p:ph type="ftr" sz="quarter" idx="11"/>
          </p:nvPr>
        </p:nvSpPr>
        <p:spPr>
          <a:xfrm>
            <a:off x="1654459" y="6453386"/>
            <a:ext cx="1780256" cy="404614"/>
          </a:xfrm>
        </p:spPr>
        <p:txBody>
          <a:bodyPr/>
          <a:lstStyle>
            <a:lvl1pPr>
              <a:defRPr>
                <a:solidFill>
                  <a:schemeClr val="tx2"/>
                </a:solidFill>
              </a:defRPr>
            </a:lvl1pPr>
          </a:lstStyle>
          <a:p>
            <a:endParaRPr lang="en-US"/>
          </a:p>
        </p:txBody>
      </p:sp>
      <p:sp>
        <p:nvSpPr>
          <p:cNvPr id="7" name="Slide Number Placeholder 6"/>
          <p:cNvSpPr>
            <a:spLocks noGrp="1"/>
          </p:cNvSpPr>
          <p:nvPr>
            <p:ph type="sldNum" sz="quarter" idx="12"/>
          </p:nvPr>
        </p:nvSpPr>
        <p:spPr>
          <a:xfrm>
            <a:off x="7412355" y="6453386"/>
            <a:ext cx="1197219" cy="404614"/>
          </a:xfrm>
        </p:spPr>
        <p:txBody>
          <a:bodyPr/>
          <a:lstStyle>
            <a:lvl1pPr>
              <a:defRPr>
                <a:solidFill>
                  <a:schemeClr val="tx2"/>
                </a:solidFill>
              </a:defRPr>
            </a:lvl1pPr>
          </a:lstStyle>
          <a:p>
            <a:fld id="{C1FF6DA9-008F-8B48-92A6-B652298478BF}" type="slidenum">
              <a:rPr lang="en-US" smtClean="0"/>
              <a:t>‹Nº›</a:t>
            </a:fld>
            <a:endParaRPr lang="en-US"/>
          </a:p>
        </p:txBody>
      </p:sp>
      <p:sp>
        <p:nvSpPr>
          <p:cNvPr id="9" name="Rectangle 8"/>
          <p:cNvSpPr/>
          <p:nvPr/>
        </p:nvSpPr>
        <p:spPr>
          <a:xfrm>
            <a:off x="3977640" y="376"/>
            <a:ext cx="17145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title="Divider Bar"/>
          <p:cNvSpPr/>
          <p:nvPr/>
        </p:nvSpPr>
        <p:spPr>
          <a:xfrm>
            <a:off x="3977640" y="376"/>
            <a:ext cx="17145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861005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8" name="Rectangle 7" title="Background Shape"/>
          <p:cNvSpPr/>
          <p:nvPr/>
        </p:nvSpPr>
        <p:spPr>
          <a:xfrm>
            <a:off x="0" y="376"/>
            <a:ext cx="397764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542925" y="685800"/>
            <a:ext cx="2891790" cy="2157884"/>
          </a:xfrm>
        </p:spPr>
        <p:txBody>
          <a:bodyPr anchor="t">
            <a:normAutofit/>
          </a:bodyPr>
          <a:lstStyle>
            <a:lvl1pPr>
              <a:lnSpc>
                <a:spcPct val="84000"/>
              </a:lnSpc>
              <a:defRPr sz="4400" baseline="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4149090" y="1"/>
            <a:ext cx="4994910" cy="6857999"/>
          </a:xfrm>
        </p:spPr>
        <p:txBody>
          <a:bodyPr anchor="t">
            <a:normAutofit/>
          </a:bodyPr>
          <a:lstStyle>
            <a:lvl1pPr marL="0" indent="0">
              <a:buNone/>
              <a:defRPr sz="1500"/>
            </a:lvl1pPr>
            <a:lvl2pPr marL="342900" indent="0">
              <a:buNone/>
              <a:defRPr sz="1500"/>
            </a:lvl2pPr>
            <a:lvl3pPr marL="685800" indent="0">
              <a:buNone/>
              <a:defRPr sz="15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542925" y="2855968"/>
            <a:ext cx="2891790" cy="3011432"/>
          </a:xfrm>
        </p:spPr>
        <p:txBody>
          <a:bodyPr>
            <a:normAutofit/>
          </a:bodyPr>
          <a:lstStyle>
            <a:lvl1pPr marL="0" indent="0">
              <a:lnSpc>
                <a:spcPct val="113000"/>
              </a:lnSpc>
              <a:spcBef>
                <a:spcPts val="0"/>
              </a:spcBef>
              <a:spcAft>
                <a:spcPts val="1500"/>
              </a:spcAft>
              <a:buNone/>
              <a:defRPr sz="16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s-ES"/>
              <a:t>Haga clic para modificar los estilos de texto del patrón</a:t>
            </a:r>
          </a:p>
        </p:txBody>
      </p:sp>
      <p:sp>
        <p:nvSpPr>
          <p:cNvPr id="5" name="Date Placeholder 4"/>
          <p:cNvSpPr>
            <a:spLocks noGrp="1"/>
          </p:cNvSpPr>
          <p:nvPr>
            <p:ph type="dt" sz="half" idx="10"/>
          </p:nvPr>
        </p:nvSpPr>
        <p:spPr>
          <a:xfrm>
            <a:off x="542925" y="6453386"/>
            <a:ext cx="903429" cy="404614"/>
          </a:xfrm>
        </p:spPr>
        <p:txBody>
          <a:bodyPr/>
          <a:lstStyle>
            <a:lvl1pPr>
              <a:defRPr>
                <a:solidFill>
                  <a:schemeClr val="tx2"/>
                </a:solidFill>
              </a:defRPr>
            </a:lvl1pPr>
          </a:lstStyle>
          <a:p>
            <a:fld id="{5BCAD085-E8A6-8845-BD4E-CB4CCA059FC4}" type="datetimeFigureOut">
              <a:rPr lang="en-US" smtClean="0"/>
              <a:t>11/11/25</a:t>
            </a:fld>
            <a:endParaRPr lang="en-US"/>
          </a:p>
        </p:txBody>
      </p:sp>
      <p:sp>
        <p:nvSpPr>
          <p:cNvPr id="6" name="Footer Placeholder 5"/>
          <p:cNvSpPr>
            <a:spLocks noGrp="1"/>
          </p:cNvSpPr>
          <p:nvPr>
            <p:ph type="ftr" sz="quarter" idx="11"/>
          </p:nvPr>
        </p:nvSpPr>
        <p:spPr>
          <a:xfrm>
            <a:off x="1654459" y="6453386"/>
            <a:ext cx="1780256" cy="404614"/>
          </a:xfrm>
        </p:spPr>
        <p:txBody>
          <a:bodyPr/>
          <a:lstStyle>
            <a:lvl1pPr>
              <a:defRPr>
                <a:solidFill>
                  <a:schemeClr val="tx2"/>
                </a:solidFill>
              </a:defRPr>
            </a:lvl1pPr>
          </a:lstStyle>
          <a:p>
            <a:endParaRPr lang="en-US"/>
          </a:p>
        </p:txBody>
      </p:sp>
      <p:sp>
        <p:nvSpPr>
          <p:cNvPr id="7" name="Slide Number Placeholder 6"/>
          <p:cNvSpPr>
            <a:spLocks noGrp="1"/>
          </p:cNvSpPr>
          <p:nvPr>
            <p:ph type="sldNum" sz="quarter" idx="12"/>
          </p:nvPr>
        </p:nvSpPr>
        <p:spPr>
          <a:xfrm>
            <a:off x="7412355" y="6453386"/>
            <a:ext cx="1197219" cy="404614"/>
          </a:xfrm>
        </p:spPr>
        <p:txBody>
          <a:bodyPr/>
          <a:lstStyle>
            <a:lvl1pPr>
              <a:defRPr>
                <a:solidFill>
                  <a:schemeClr val="tx2"/>
                </a:solidFill>
              </a:defRPr>
            </a:lvl1pPr>
          </a:lstStyle>
          <a:p>
            <a:fld id="{C1FF6DA9-008F-8B48-92A6-B652298478BF}" type="slidenum">
              <a:rPr lang="en-US" smtClean="0"/>
              <a:t>‹Nº›</a:t>
            </a:fld>
            <a:endParaRPr lang="en-US"/>
          </a:p>
        </p:txBody>
      </p:sp>
      <p:sp>
        <p:nvSpPr>
          <p:cNvPr id="9" name="Rectangle 8"/>
          <p:cNvSpPr/>
          <p:nvPr/>
        </p:nvSpPr>
        <p:spPr>
          <a:xfrm>
            <a:off x="3977640" y="376"/>
            <a:ext cx="17145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title="Divider Bar"/>
          <p:cNvSpPr/>
          <p:nvPr/>
        </p:nvSpPr>
        <p:spPr>
          <a:xfrm>
            <a:off x="3977640" y="376"/>
            <a:ext cx="17145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7399557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028700" y="2295526"/>
            <a:ext cx="7200900" cy="3571875"/>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11/11/25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2210741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80797" y="624156"/>
            <a:ext cx="1490950" cy="5243244"/>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028700" y="624156"/>
            <a:ext cx="5724525" cy="5243244"/>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11/11/25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2537228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8700" y="685800"/>
            <a:ext cx="7200900" cy="1485900"/>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28700" y="2286000"/>
            <a:ext cx="7200900" cy="3581400"/>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042987" y="6453386"/>
            <a:ext cx="903429" cy="404614"/>
          </a:xfrm>
          <a:prstGeom prst="rect">
            <a:avLst/>
          </a:prstGeom>
        </p:spPr>
        <p:txBody>
          <a:bodyPr vert="horz" lIns="91440" tIns="45720" rIns="91440" bIns="45720" rtlCol="0" anchor="ctr"/>
          <a:lstStyle>
            <a:lvl1pPr algn="l">
              <a:defRPr sz="1000" baseline="0">
                <a:solidFill>
                  <a:schemeClr val="tx2"/>
                </a:solidFill>
              </a:defRPr>
            </a:lvl1pPr>
          </a:lstStyle>
          <a:p>
            <a:fld id="{5BCAD085-E8A6-8845-BD4E-CB4CCA059FC4}" type="datetimeFigureOut">
              <a:rPr lang="en-US" smtClean="0"/>
              <a:t>11/11/25</a:t>
            </a:fld>
            <a:endParaRPr lang="en-US"/>
          </a:p>
        </p:txBody>
      </p:sp>
      <p:sp>
        <p:nvSpPr>
          <p:cNvPr id="5" name="Footer Placeholder 4"/>
          <p:cNvSpPr>
            <a:spLocks noGrp="1"/>
          </p:cNvSpPr>
          <p:nvPr>
            <p:ph type="ftr" sz="quarter" idx="3"/>
          </p:nvPr>
        </p:nvSpPr>
        <p:spPr>
          <a:xfrm>
            <a:off x="2170173" y="6453386"/>
            <a:ext cx="4710623" cy="404614"/>
          </a:xfrm>
          <a:prstGeom prst="rect">
            <a:avLst/>
          </a:prstGeom>
        </p:spPr>
        <p:txBody>
          <a:bodyPr vert="horz" lIns="91440" tIns="45720" rIns="91440" bIns="45720" rtlCol="0" anchor="ctr"/>
          <a:lstStyle>
            <a:lvl1pPr algn="l">
              <a:defRPr sz="1000" baseline="0">
                <a:solidFill>
                  <a:schemeClr val="tx2"/>
                </a:solidFill>
              </a:defRPr>
            </a:lvl1pPr>
          </a:lstStyle>
          <a:p>
            <a:endParaRPr lang="en-US"/>
          </a:p>
        </p:txBody>
      </p:sp>
      <p:sp>
        <p:nvSpPr>
          <p:cNvPr id="6" name="Slide Number Placeholder 5"/>
          <p:cNvSpPr>
            <a:spLocks noGrp="1"/>
          </p:cNvSpPr>
          <p:nvPr>
            <p:ph type="sldNum" sz="quarter" idx="4"/>
          </p:nvPr>
        </p:nvSpPr>
        <p:spPr>
          <a:xfrm>
            <a:off x="7104552" y="6453386"/>
            <a:ext cx="1197219" cy="404614"/>
          </a:xfrm>
          <a:prstGeom prst="rect">
            <a:avLst/>
          </a:prstGeom>
        </p:spPr>
        <p:txBody>
          <a:bodyPr vert="horz" lIns="91440" tIns="45720" rIns="91440" bIns="45720" rtlCol="0" anchor="ctr"/>
          <a:lstStyle>
            <a:lvl1pPr algn="r">
              <a:defRPr sz="1000" baseline="0">
                <a:solidFill>
                  <a:schemeClr val="tx2"/>
                </a:solidFill>
              </a:defRPr>
            </a:lvl1pPr>
          </a:lstStyle>
          <a:p>
            <a:fld id="{C1FF6DA9-008F-8B48-92A6-B652298478BF}" type="slidenum">
              <a:rPr lang="en-US" smtClean="0"/>
              <a:t>‹Nº›</a:t>
            </a:fld>
            <a:endParaRPr lang="en-US"/>
          </a:p>
        </p:txBody>
      </p:sp>
      <p:sp>
        <p:nvSpPr>
          <p:cNvPr id="9" name="Rectangle 8"/>
          <p:cNvSpPr/>
          <p:nvPr/>
        </p:nvSpPr>
        <p:spPr>
          <a:xfrm>
            <a:off x="358571" y="376"/>
            <a:ext cx="17145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title="Side bar"/>
          <p:cNvSpPr/>
          <p:nvPr/>
        </p:nvSpPr>
        <p:spPr>
          <a:xfrm>
            <a:off x="358571" y="376"/>
            <a:ext cx="17145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77493811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6858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0" orient="horz" pos="1368">
          <p15:clr>
            <a:srgbClr val="F26B43"/>
          </p15:clr>
        </p15:guide>
        <p15:guide id="1" pos="6912">
          <p15:clr>
            <a:srgbClr val="F26B43"/>
          </p15:clr>
        </p15:guide>
        <p15:guide id="2" pos="936">
          <p15:clr>
            <a:srgbClr val="F26B43"/>
          </p15:clr>
        </p15:guide>
        <p15:guide id="3" pos="864">
          <p15:clr>
            <a:srgbClr val="F26B43"/>
          </p15:clr>
        </p15:guide>
        <p15:guide id="4" orient="horz" pos="1440">
          <p15:clr>
            <a:srgbClr val="F26B43"/>
          </p15:clr>
        </p15:guide>
        <p15:guide id="5" orient="horz" pos="3696">
          <p15:clr>
            <a:srgbClr val="F26B43"/>
          </p15:clr>
        </p15:guide>
        <p15:guide id="6" orient="horz" pos="432">
          <p15:clr>
            <a:srgbClr val="F26B43"/>
          </p15:clr>
        </p15:guide>
        <p15:guide id="7" orient="horz" pos="1512">
          <p15:clr>
            <a:srgbClr val="F26B43"/>
          </p15:clr>
        </p15:guide>
        <p15:guide id="8" pos="5184">
          <p15:clr>
            <a:srgbClr val="F26B43"/>
          </p15:clr>
        </p15:guide>
        <p15:guide id="9" pos="702">
          <p15:clr>
            <a:srgbClr val="F26B43"/>
          </p15:clr>
        </p15:guide>
        <p15:guide id="10" pos="64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8700" y="685800"/>
            <a:ext cx="7200900" cy="4154424"/>
          </a:xfrm>
        </p:spPr>
        <p:txBody>
          <a:bodyPr>
            <a:normAutofit fontScale="90000"/>
          </a:bodyPr>
          <a:lstStyle/>
          <a:p>
            <a:pPr algn="ctr"/>
            <a:r>
              <a:rPr lang="es-ES" dirty="0"/>
              <a:t>Actividad Práctica 2</a:t>
            </a:r>
            <a:br>
              <a:rPr lang="es-ES" dirty="0"/>
            </a:br>
            <a:br>
              <a:rPr lang="es-ES" dirty="0"/>
            </a:br>
            <a:r>
              <a:rPr lang="es-ES" dirty="0"/>
              <a:t>Tema 1. El Yo Social</a:t>
            </a:r>
            <a:br>
              <a:rPr lang="es-ES" dirty="0"/>
            </a:br>
            <a:br>
              <a:rPr lang="es-ES" dirty="0"/>
            </a:br>
            <a:r>
              <a:rPr dirty="0"/>
              <a:t>Identidad Social y </a:t>
            </a:r>
            <a:r>
              <a:rPr dirty="0" err="1"/>
              <a:t>Autocategorización</a:t>
            </a:r>
            <a:br>
              <a:rPr lang="es-ES" dirty="0"/>
            </a:b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8B2558-9230-EBD2-1F30-C623FABBCA3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495A59C-7B4B-7C97-F213-E1DD8C98BF32}"/>
              </a:ext>
            </a:extLst>
          </p:cNvPr>
          <p:cNvSpPr>
            <a:spLocks noGrp="1"/>
          </p:cNvSpPr>
          <p:nvPr>
            <p:ph idx="1"/>
          </p:nvPr>
        </p:nvSpPr>
        <p:spPr>
          <a:xfrm>
            <a:off x="971550" y="3328416"/>
            <a:ext cx="7200900" cy="2971800"/>
          </a:xfrm>
        </p:spPr>
        <p:txBody>
          <a:bodyPr>
            <a:normAutofit/>
          </a:bodyPr>
          <a:lstStyle/>
          <a:p>
            <a:pPr marL="0" indent="0" algn="ctr">
              <a:buNone/>
            </a:pPr>
            <a:r>
              <a:rPr lang="es-ES" sz="3200" dirty="0"/>
              <a:t>1. Recuerda el número que te asigno</a:t>
            </a:r>
            <a:endParaRPr sz="3200" dirty="0"/>
          </a:p>
        </p:txBody>
      </p:sp>
    </p:spTree>
    <p:extLst>
      <p:ext uri="{BB962C8B-B14F-4D97-AF65-F5344CB8AC3E}">
        <p14:creationId xmlns:p14="http://schemas.microsoft.com/office/powerpoint/2010/main" val="31379548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8700" y="685800"/>
            <a:ext cx="7200900" cy="710184"/>
          </a:xfrm>
        </p:spPr>
        <p:txBody>
          <a:bodyPr/>
          <a:lstStyle/>
          <a:p>
            <a:r>
              <a:rPr dirty="0"/>
              <a:t>2. </a:t>
            </a:r>
          </a:p>
        </p:txBody>
      </p:sp>
      <p:sp>
        <p:nvSpPr>
          <p:cNvPr id="3" name="Content Placeholder 2"/>
          <p:cNvSpPr>
            <a:spLocks noGrp="1"/>
          </p:cNvSpPr>
          <p:nvPr>
            <p:ph idx="1"/>
          </p:nvPr>
        </p:nvSpPr>
        <p:spPr>
          <a:xfrm>
            <a:off x="1028700" y="1609344"/>
            <a:ext cx="7200900" cy="4258056"/>
          </a:xfrm>
        </p:spPr>
        <p:txBody>
          <a:bodyPr/>
          <a:lstStyle/>
          <a:p>
            <a:pPr marL="0" indent="0">
              <a:buNone/>
            </a:pPr>
            <a:r>
              <a:rPr lang="es-ES" sz="2800" dirty="0"/>
              <a:t>Tenéis 10 minutos para crear:</a:t>
            </a:r>
          </a:p>
          <a:p>
            <a:pPr marL="0" indent="0">
              <a:buNone/>
            </a:pPr>
            <a:endParaRPr dirty="0"/>
          </a:p>
          <a:p>
            <a:pPr marL="0" indent="0">
              <a:buNone/>
            </a:pPr>
            <a:r>
              <a:rPr sz="2400" dirty="0"/>
              <a:t>• Nombre de </a:t>
            </a:r>
            <a:r>
              <a:rPr sz="2400" dirty="0" err="1"/>
              <a:t>grupo</a:t>
            </a:r>
            <a:endParaRPr sz="2400" dirty="0"/>
          </a:p>
          <a:p>
            <a:pPr marL="0" indent="0">
              <a:buNone/>
            </a:pPr>
            <a:r>
              <a:rPr sz="2400" dirty="0"/>
              <a:t>• Logo/</a:t>
            </a:r>
            <a:r>
              <a:rPr sz="2400" dirty="0" err="1"/>
              <a:t>símbolo</a:t>
            </a:r>
            <a:r>
              <a:rPr lang="es-ES" sz="2400" dirty="0"/>
              <a:t> que os represente</a:t>
            </a:r>
            <a:endParaRPr sz="2400" dirty="0"/>
          </a:p>
          <a:p>
            <a:pPr marL="0" indent="0">
              <a:buNone/>
            </a:pPr>
            <a:r>
              <a:rPr sz="2400" dirty="0"/>
              <a:t>• </a:t>
            </a:r>
            <a:r>
              <a:rPr sz="2400" dirty="0" err="1"/>
              <a:t>Eslogan</a:t>
            </a:r>
            <a:r>
              <a:rPr lang="es-ES" sz="2400" dirty="0"/>
              <a:t> que represente vuestro espíritu</a:t>
            </a:r>
            <a:endParaRPr sz="2400" dirty="0"/>
          </a:p>
          <a:p>
            <a:pPr marL="0" indent="0">
              <a:buNone/>
            </a:pP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2604" y="338328"/>
            <a:ext cx="7200900" cy="734568"/>
          </a:xfrm>
        </p:spPr>
        <p:txBody>
          <a:bodyPr/>
          <a:lstStyle/>
          <a:p>
            <a:r>
              <a:rPr dirty="0"/>
              <a:t>3.</a:t>
            </a:r>
          </a:p>
        </p:txBody>
      </p:sp>
      <p:sp>
        <p:nvSpPr>
          <p:cNvPr id="3" name="Content Placeholder 2"/>
          <p:cNvSpPr>
            <a:spLocks noGrp="1"/>
          </p:cNvSpPr>
          <p:nvPr>
            <p:ph idx="1"/>
          </p:nvPr>
        </p:nvSpPr>
        <p:spPr>
          <a:xfrm>
            <a:off x="971550" y="1123950"/>
            <a:ext cx="7200900" cy="5319522"/>
          </a:xfrm>
        </p:spPr>
        <p:txBody>
          <a:bodyPr>
            <a:noAutofit/>
          </a:bodyPr>
          <a:lstStyle/>
          <a:p>
            <a:pPr marL="0" indent="0">
              <a:buNone/>
            </a:pPr>
            <a:r>
              <a:rPr lang="es-ES" dirty="0"/>
              <a:t>Objetivo: </a:t>
            </a:r>
          </a:p>
          <a:p>
            <a:pPr marL="0" indent="0">
              <a:buNone/>
            </a:pPr>
            <a:r>
              <a:rPr lang="es-ES" dirty="0"/>
              <a:t>Construir una torre lo más alta posible</a:t>
            </a:r>
          </a:p>
          <a:p>
            <a:pPr marL="0" indent="0">
              <a:buNone/>
            </a:pPr>
            <a:endParaRPr lang="es-ES" dirty="0"/>
          </a:p>
          <a:p>
            <a:pPr marL="0" indent="0">
              <a:buNone/>
            </a:pPr>
            <a:r>
              <a:rPr lang="es-ES" dirty="0"/>
              <a:t>Tiempo: 15 minutos</a:t>
            </a:r>
          </a:p>
          <a:p>
            <a:pPr marL="0" indent="0">
              <a:buNone/>
            </a:pPr>
            <a:endParaRPr lang="es-ES" dirty="0"/>
          </a:p>
          <a:p>
            <a:pPr marL="0" indent="0">
              <a:buNone/>
            </a:pPr>
            <a:r>
              <a:rPr dirty="0"/>
              <a:t>Material:</a:t>
            </a:r>
          </a:p>
          <a:p>
            <a:pPr marL="0" indent="0">
              <a:buNone/>
            </a:pPr>
            <a:r>
              <a:rPr dirty="0"/>
              <a:t>• 8 folios</a:t>
            </a:r>
          </a:p>
          <a:p>
            <a:pPr marL="0" indent="0">
              <a:buNone/>
            </a:pPr>
            <a:r>
              <a:rPr dirty="0"/>
              <a:t>• 30 cm de </a:t>
            </a:r>
            <a:r>
              <a:rPr dirty="0" err="1"/>
              <a:t>celo</a:t>
            </a:r>
            <a:endParaRPr dirty="0"/>
          </a:p>
          <a:p>
            <a:pPr marL="0" indent="0">
              <a:buNone/>
            </a:pPr>
            <a:endParaRPr dirty="0"/>
          </a:p>
          <a:p>
            <a:pPr marL="0" indent="0">
              <a:buNone/>
            </a:pPr>
            <a:r>
              <a:rPr dirty="0"/>
              <a:t>Normas:</a:t>
            </a:r>
          </a:p>
          <a:p>
            <a:pPr marL="0" indent="0">
              <a:buNone/>
            </a:pPr>
            <a:r>
              <a:rPr dirty="0"/>
              <a:t>• No </a:t>
            </a:r>
            <a:r>
              <a:rPr dirty="0" err="1"/>
              <a:t>pedir</a:t>
            </a:r>
            <a:r>
              <a:rPr dirty="0"/>
              <a:t> material extra</a:t>
            </a:r>
          </a:p>
          <a:p>
            <a:pPr marL="0" indent="0">
              <a:buNone/>
            </a:pPr>
            <a:r>
              <a:rPr dirty="0"/>
              <a:t>• No </a:t>
            </a:r>
            <a:r>
              <a:rPr dirty="0" err="1"/>
              <a:t>copiar</a:t>
            </a:r>
            <a:r>
              <a:rPr dirty="0"/>
              <a:t> </a:t>
            </a:r>
            <a:r>
              <a:rPr dirty="0" err="1"/>
              <a:t>diseños</a:t>
            </a:r>
            <a:endParaRPr dirty="0"/>
          </a:p>
          <a:p>
            <a:pPr marL="0" indent="0">
              <a:buNone/>
            </a:pP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4. </a:t>
            </a:r>
          </a:p>
        </p:txBody>
      </p:sp>
      <p:sp>
        <p:nvSpPr>
          <p:cNvPr id="3" name="Content Placeholder 2"/>
          <p:cNvSpPr>
            <a:spLocks noGrp="1"/>
          </p:cNvSpPr>
          <p:nvPr>
            <p:ph idx="1"/>
          </p:nvPr>
        </p:nvSpPr>
        <p:spPr/>
        <p:txBody>
          <a:bodyPr>
            <a:normAutofit/>
          </a:bodyPr>
          <a:lstStyle/>
          <a:p>
            <a:pPr marL="0" indent="0">
              <a:buNone/>
            </a:pPr>
            <a:r>
              <a:rPr dirty="0" err="1"/>
              <a:t>Evaluad</a:t>
            </a:r>
            <a:r>
              <a:rPr dirty="0"/>
              <a:t> </a:t>
            </a:r>
            <a:r>
              <a:rPr lang="es-ES" dirty="0"/>
              <a:t>a los miembros de los otros grupos con una puntuación del 1 al 5 en base a:</a:t>
            </a:r>
            <a:endParaRPr dirty="0"/>
          </a:p>
          <a:p>
            <a:pPr marL="0" indent="0">
              <a:buNone/>
            </a:pPr>
            <a:r>
              <a:rPr dirty="0"/>
              <a:t>• </a:t>
            </a:r>
            <a:r>
              <a:rPr dirty="0" err="1"/>
              <a:t>Creatividad</a:t>
            </a:r>
            <a:endParaRPr dirty="0"/>
          </a:p>
          <a:p>
            <a:pPr marL="0" indent="0">
              <a:buNone/>
            </a:pPr>
            <a:r>
              <a:rPr dirty="0"/>
              <a:t>• </a:t>
            </a:r>
            <a:r>
              <a:rPr dirty="0" err="1"/>
              <a:t>Inteligencia</a:t>
            </a:r>
            <a:endParaRPr dirty="0"/>
          </a:p>
          <a:p>
            <a:pPr marL="0" indent="0">
              <a:buNone/>
            </a:pPr>
            <a:r>
              <a:rPr dirty="0"/>
              <a:t>• </a:t>
            </a:r>
            <a:r>
              <a:rPr dirty="0" err="1"/>
              <a:t>Fiabilidad</a:t>
            </a:r>
            <a:endParaRPr dirty="0"/>
          </a:p>
          <a:p>
            <a:pPr marL="0" indent="0">
              <a:buNone/>
            </a:pPr>
            <a:r>
              <a:rPr dirty="0"/>
              <a:t>• </a:t>
            </a:r>
            <a:r>
              <a:rPr dirty="0" err="1"/>
              <a:t>Responsabilidad</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sz="3200" dirty="0"/>
              <a:t>5. </a:t>
            </a:r>
            <a:r>
              <a:rPr lang="es-ES" sz="3200" dirty="0"/>
              <a:t>¿Qué grupo creéis que ha ganado?</a:t>
            </a:r>
            <a:endParaRPr sz="3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8700" y="685800"/>
            <a:ext cx="7200900" cy="606552"/>
          </a:xfrm>
        </p:spPr>
        <p:txBody>
          <a:bodyPr>
            <a:normAutofit/>
          </a:bodyPr>
          <a:lstStyle/>
          <a:p>
            <a:pPr algn="ctr"/>
            <a:r>
              <a:rPr sz="3200" dirty="0"/>
              <a:t>6. </a:t>
            </a:r>
            <a:r>
              <a:rPr lang="es-ES" sz="3200" dirty="0" err="1"/>
              <a:t>Debriefing</a:t>
            </a:r>
            <a:endParaRPr sz="3200" dirty="0"/>
          </a:p>
        </p:txBody>
      </p:sp>
      <p:sp>
        <p:nvSpPr>
          <p:cNvPr id="3" name="Content Placeholder 2"/>
          <p:cNvSpPr>
            <a:spLocks noGrp="1"/>
          </p:cNvSpPr>
          <p:nvPr>
            <p:ph idx="1"/>
          </p:nvPr>
        </p:nvSpPr>
        <p:spPr/>
        <p:txBody>
          <a:bodyPr/>
          <a:lstStyle/>
          <a:p>
            <a:pPr marL="0" indent="0" algn="ctr">
              <a:buNone/>
            </a:pPr>
            <a:r>
              <a:rPr lang="es-ES" dirty="0"/>
              <a:t>¿Habéis sentido que pertenecíais al grupo que os he asignado? ¿Por qué? ¿En qué momento habéis sentido que </a:t>
            </a:r>
            <a:r>
              <a:rPr lang="es-ES" dirty="0" err="1"/>
              <a:t>formábais</a:t>
            </a:r>
            <a:r>
              <a:rPr lang="es-ES" dirty="0"/>
              <a:t> parte de ese grupo?</a:t>
            </a:r>
            <a:endParaRPr dirty="0"/>
          </a:p>
          <a:p>
            <a:pPr marL="0" indent="0" algn="ctr">
              <a:buNone/>
            </a:pPr>
            <a:endParaRPr dirty="0"/>
          </a:p>
          <a:p>
            <a:pPr marL="0" indent="0" algn="ctr">
              <a:buNone/>
            </a:pPr>
            <a:r>
              <a:rPr lang="es-ES" dirty="0"/>
              <a:t>¿Cómo ha influido la pertenencia al grupo en vuestra autoestima? ¿Creéis que ganar o perder como grupo os ha afectado a la forma como os sentís con vosotras/os mismas/os?</a:t>
            </a:r>
          </a:p>
          <a:p>
            <a:pPr marL="0" indent="0">
              <a:buNone/>
            </a:pPr>
            <a:endParaRPr lang="es-ES" dirty="0"/>
          </a:p>
          <a:p>
            <a:pPr marL="0" indent="0">
              <a:buNone/>
            </a:pP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E647EA-F67B-C7DD-7466-5201CF6A48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AACBED-E505-A49E-C1B4-01CC7D592F83}"/>
              </a:ext>
            </a:extLst>
          </p:cNvPr>
          <p:cNvSpPr>
            <a:spLocks noGrp="1"/>
          </p:cNvSpPr>
          <p:nvPr>
            <p:ph type="title"/>
          </p:nvPr>
        </p:nvSpPr>
        <p:spPr>
          <a:xfrm>
            <a:off x="1028700" y="228600"/>
            <a:ext cx="7200900" cy="1485900"/>
          </a:xfrm>
        </p:spPr>
        <p:txBody>
          <a:bodyPr>
            <a:normAutofit/>
          </a:bodyPr>
          <a:lstStyle/>
          <a:p>
            <a:pPr algn="ctr"/>
            <a:r>
              <a:rPr lang="es-ES" sz="3200" dirty="0"/>
              <a:t>Teoría de la Identidad Social</a:t>
            </a:r>
            <a:endParaRPr sz="3200" dirty="0"/>
          </a:p>
        </p:txBody>
      </p:sp>
      <p:sp>
        <p:nvSpPr>
          <p:cNvPr id="3" name="Content Placeholder 2">
            <a:extLst>
              <a:ext uri="{FF2B5EF4-FFF2-40B4-BE49-F238E27FC236}">
                <a16:creationId xmlns:a16="http://schemas.microsoft.com/office/drawing/2014/main" id="{2C34D441-14AD-513A-244B-57ACC060DAEE}"/>
              </a:ext>
            </a:extLst>
          </p:cNvPr>
          <p:cNvSpPr>
            <a:spLocks noGrp="1"/>
          </p:cNvSpPr>
          <p:nvPr>
            <p:ph idx="1"/>
          </p:nvPr>
        </p:nvSpPr>
        <p:spPr>
          <a:xfrm>
            <a:off x="1028700" y="957072"/>
            <a:ext cx="7566660" cy="5785104"/>
          </a:xfrm>
        </p:spPr>
        <p:txBody>
          <a:bodyPr>
            <a:normAutofit/>
          </a:bodyPr>
          <a:lstStyle/>
          <a:p>
            <a:pPr marL="30163" indent="-30163" algn="just">
              <a:lnSpc>
                <a:spcPct val="120000"/>
              </a:lnSpc>
              <a:buNone/>
            </a:pPr>
            <a:r>
              <a:rPr lang="es-ES" dirty="0">
                <a:solidFill>
                  <a:srgbClr val="232423"/>
                </a:solidFill>
                <a:effectLst/>
              </a:rPr>
              <a:t>P</a:t>
            </a:r>
            <a:r>
              <a:rPr lang="es-ES" dirty="0">
                <a:solidFill>
                  <a:srgbClr val="3D3D3D"/>
                </a:solidFill>
                <a:effectLst/>
              </a:rPr>
              <a:t>a</a:t>
            </a:r>
            <a:r>
              <a:rPr lang="es-ES" dirty="0">
                <a:solidFill>
                  <a:srgbClr val="232423"/>
                </a:solidFill>
                <a:effectLst/>
              </a:rPr>
              <a:t>r</a:t>
            </a:r>
            <a:r>
              <a:rPr lang="es-ES" dirty="0">
                <a:solidFill>
                  <a:srgbClr val="3D3D3D"/>
                </a:solidFill>
                <a:effectLst/>
              </a:rPr>
              <a:t>a </a:t>
            </a:r>
            <a:r>
              <a:rPr lang="es-ES" dirty="0">
                <a:solidFill>
                  <a:srgbClr val="232423"/>
                </a:solidFill>
                <a:effectLst/>
              </a:rPr>
              <a:t>T</a:t>
            </a:r>
            <a:r>
              <a:rPr lang="es-ES" dirty="0">
                <a:solidFill>
                  <a:srgbClr val="3D3D3D"/>
                </a:solidFill>
                <a:effectLst/>
              </a:rPr>
              <a:t>a</a:t>
            </a:r>
            <a:r>
              <a:rPr lang="es-ES" dirty="0">
                <a:solidFill>
                  <a:srgbClr val="232423"/>
                </a:solidFill>
                <a:effectLst/>
              </a:rPr>
              <a:t>jf</a:t>
            </a:r>
            <a:r>
              <a:rPr lang="es-ES" dirty="0">
                <a:solidFill>
                  <a:srgbClr val="3D3D3D"/>
                </a:solidFill>
                <a:effectLst/>
              </a:rPr>
              <a:t>e</a:t>
            </a:r>
            <a:r>
              <a:rPr lang="es-ES" dirty="0">
                <a:solidFill>
                  <a:srgbClr val="0E0F0F"/>
                </a:solidFill>
                <a:effectLst/>
              </a:rPr>
              <a:t>l </a:t>
            </a:r>
            <a:r>
              <a:rPr lang="es-ES" dirty="0">
                <a:solidFill>
                  <a:srgbClr val="3D3D3D"/>
                </a:solidFill>
                <a:effectLst/>
              </a:rPr>
              <a:t>(</a:t>
            </a:r>
            <a:r>
              <a:rPr lang="es-ES" dirty="0">
                <a:solidFill>
                  <a:srgbClr val="0E0F0F"/>
                </a:solidFill>
                <a:effectLst/>
              </a:rPr>
              <a:t>1</a:t>
            </a:r>
            <a:r>
              <a:rPr lang="es-ES" dirty="0">
                <a:solidFill>
                  <a:srgbClr val="3D3D3D"/>
                </a:solidFill>
                <a:effectLst/>
              </a:rPr>
              <a:t>9</a:t>
            </a:r>
            <a:r>
              <a:rPr lang="es-ES" dirty="0">
                <a:solidFill>
                  <a:srgbClr val="232423"/>
                </a:solidFill>
                <a:effectLst/>
              </a:rPr>
              <a:t>81 </a:t>
            </a:r>
            <a:r>
              <a:rPr lang="es-ES" dirty="0">
                <a:solidFill>
                  <a:srgbClr val="3D3D3D"/>
                </a:solidFill>
                <a:effectLst/>
              </a:rPr>
              <a:t>, </a:t>
            </a:r>
            <a:r>
              <a:rPr lang="es-ES" dirty="0">
                <a:solidFill>
                  <a:srgbClr val="232423"/>
                </a:solidFill>
                <a:effectLst/>
              </a:rPr>
              <a:t>p. </a:t>
            </a:r>
            <a:r>
              <a:rPr lang="es-ES" dirty="0">
                <a:solidFill>
                  <a:srgbClr val="3D3D3D"/>
                </a:solidFill>
                <a:effectLst/>
              </a:rPr>
              <a:t>255), </a:t>
            </a:r>
            <a:r>
              <a:rPr lang="es-ES" dirty="0">
                <a:solidFill>
                  <a:srgbClr val="0E0F0F"/>
                </a:solidFill>
                <a:effectLst/>
              </a:rPr>
              <a:t>l</a:t>
            </a:r>
            <a:r>
              <a:rPr lang="es-ES" dirty="0">
                <a:solidFill>
                  <a:srgbClr val="3D3D3D"/>
                </a:solidFill>
                <a:effectLst/>
              </a:rPr>
              <a:t>a </a:t>
            </a:r>
            <a:r>
              <a:rPr lang="es-ES" dirty="0">
                <a:solidFill>
                  <a:srgbClr val="232423"/>
                </a:solidFill>
                <a:effectLst/>
              </a:rPr>
              <a:t>id</a:t>
            </a:r>
            <a:r>
              <a:rPr lang="es-ES" dirty="0">
                <a:solidFill>
                  <a:srgbClr val="3D3D3D"/>
                </a:solidFill>
                <a:effectLst/>
              </a:rPr>
              <a:t>e</a:t>
            </a:r>
            <a:r>
              <a:rPr lang="es-ES" dirty="0">
                <a:solidFill>
                  <a:srgbClr val="232423"/>
                </a:solidFill>
                <a:effectLst/>
              </a:rPr>
              <a:t>ntid</a:t>
            </a:r>
            <a:r>
              <a:rPr lang="es-ES" dirty="0">
                <a:solidFill>
                  <a:srgbClr val="3D3D3D"/>
                </a:solidFill>
                <a:effectLst/>
              </a:rPr>
              <a:t>a</a:t>
            </a:r>
            <a:r>
              <a:rPr lang="es-ES" dirty="0">
                <a:solidFill>
                  <a:srgbClr val="232423"/>
                </a:solidFill>
                <a:effectLst/>
              </a:rPr>
              <a:t>d </a:t>
            </a:r>
            <a:r>
              <a:rPr lang="es-ES" dirty="0">
                <a:solidFill>
                  <a:srgbClr val="3D3D3D"/>
                </a:solidFill>
                <a:effectLst/>
              </a:rPr>
              <a:t>s</a:t>
            </a:r>
            <a:r>
              <a:rPr lang="es-ES" dirty="0">
                <a:solidFill>
                  <a:srgbClr val="232423"/>
                </a:solidFill>
                <a:effectLst/>
              </a:rPr>
              <a:t>o</a:t>
            </a:r>
            <a:r>
              <a:rPr lang="es-ES" dirty="0">
                <a:solidFill>
                  <a:srgbClr val="3D3D3D"/>
                </a:solidFill>
                <a:effectLst/>
              </a:rPr>
              <a:t>c</a:t>
            </a:r>
            <a:r>
              <a:rPr lang="es-ES" dirty="0">
                <a:solidFill>
                  <a:srgbClr val="0E0F0F"/>
                </a:solidFill>
                <a:effectLst/>
              </a:rPr>
              <a:t>i</a:t>
            </a:r>
            <a:r>
              <a:rPr lang="es-ES" dirty="0">
                <a:solidFill>
                  <a:srgbClr val="3D3D3D"/>
                </a:solidFill>
                <a:effectLst/>
              </a:rPr>
              <a:t>a</a:t>
            </a:r>
            <a:r>
              <a:rPr lang="es-ES" dirty="0">
                <a:solidFill>
                  <a:srgbClr val="0E0F0F"/>
                </a:solidFill>
                <a:effectLst/>
              </a:rPr>
              <a:t>l </a:t>
            </a:r>
            <a:r>
              <a:rPr lang="es-ES" dirty="0">
                <a:solidFill>
                  <a:srgbClr val="3D3D3D"/>
                </a:solidFill>
                <a:effectLst/>
              </a:rPr>
              <a:t>e</a:t>
            </a:r>
            <a:r>
              <a:rPr lang="es-ES" dirty="0">
                <a:solidFill>
                  <a:srgbClr val="232423"/>
                </a:solidFill>
                <a:effectLst/>
              </a:rPr>
              <a:t>s </a:t>
            </a:r>
            <a:r>
              <a:rPr lang="es-ES" dirty="0">
                <a:solidFill>
                  <a:srgbClr val="525252"/>
                </a:solidFill>
                <a:effectLst/>
              </a:rPr>
              <a:t>«a</a:t>
            </a:r>
            <a:r>
              <a:rPr lang="es-ES" dirty="0">
                <a:solidFill>
                  <a:srgbClr val="232423"/>
                </a:solidFill>
                <a:effectLst/>
              </a:rPr>
              <a:t>qu</a:t>
            </a:r>
            <a:r>
              <a:rPr lang="es-ES" dirty="0">
                <a:solidFill>
                  <a:srgbClr val="3D3D3D"/>
                </a:solidFill>
                <a:effectLst/>
              </a:rPr>
              <a:t>e</a:t>
            </a:r>
            <a:r>
              <a:rPr lang="es-ES" dirty="0">
                <a:solidFill>
                  <a:srgbClr val="0E0F0F"/>
                </a:solidFill>
                <a:effectLst/>
              </a:rPr>
              <a:t>ll</a:t>
            </a:r>
            <a:r>
              <a:rPr lang="es-ES" dirty="0">
                <a:solidFill>
                  <a:srgbClr val="3D3D3D"/>
                </a:solidFill>
                <a:effectLst/>
              </a:rPr>
              <a:t>a</a:t>
            </a:r>
            <a:r>
              <a:rPr lang="es-ES" dirty="0">
                <a:solidFill>
                  <a:srgbClr val="3D3D3D"/>
                </a:solidFill>
              </a:rPr>
              <a:t> </a:t>
            </a:r>
            <a:r>
              <a:rPr lang="es-ES" dirty="0">
                <a:solidFill>
                  <a:srgbClr val="232423"/>
                </a:solidFill>
                <a:effectLst/>
              </a:rPr>
              <a:t>p</a:t>
            </a:r>
            <a:r>
              <a:rPr lang="es-ES" dirty="0">
                <a:solidFill>
                  <a:srgbClr val="3D3D3D"/>
                </a:solidFill>
                <a:effectLst/>
              </a:rPr>
              <a:t>a</a:t>
            </a:r>
            <a:r>
              <a:rPr lang="es-ES" dirty="0">
                <a:solidFill>
                  <a:srgbClr val="232423"/>
                </a:solidFill>
                <a:effectLst/>
              </a:rPr>
              <a:t>rt</a:t>
            </a:r>
            <a:r>
              <a:rPr lang="es-ES" dirty="0">
                <a:solidFill>
                  <a:srgbClr val="3D3D3D"/>
                </a:solidFill>
                <a:effectLst/>
              </a:rPr>
              <a:t>e </a:t>
            </a:r>
            <a:r>
              <a:rPr lang="es-ES" dirty="0">
                <a:solidFill>
                  <a:srgbClr val="232423"/>
                </a:solidFill>
                <a:effectLst/>
              </a:rPr>
              <a:t>d</a:t>
            </a:r>
            <a:r>
              <a:rPr lang="es-ES" dirty="0">
                <a:solidFill>
                  <a:srgbClr val="3D3D3D"/>
                </a:solidFill>
                <a:effectLst/>
              </a:rPr>
              <a:t>e</a:t>
            </a:r>
            <a:r>
              <a:rPr lang="es-ES" dirty="0">
                <a:solidFill>
                  <a:srgbClr val="0E0F0F"/>
                </a:solidFill>
                <a:effectLst/>
              </a:rPr>
              <a:t>l </a:t>
            </a:r>
            <a:r>
              <a:rPr lang="es-ES" dirty="0">
                <a:solidFill>
                  <a:srgbClr val="3D3D3D"/>
                </a:solidFill>
                <a:effectLst/>
              </a:rPr>
              <a:t>a</a:t>
            </a:r>
            <a:r>
              <a:rPr lang="es-ES" dirty="0">
                <a:solidFill>
                  <a:srgbClr val="232423"/>
                </a:solidFill>
                <a:effectLst/>
              </a:rPr>
              <a:t>ut</a:t>
            </a:r>
            <a:r>
              <a:rPr lang="es-ES" dirty="0">
                <a:solidFill>
                  <a:srgbClr val="3D3D3D"/>
                </a:solidFill>
                <a:effectLst/>
              </a:rPr>
              <a:t>oco</a:t>
            </a:r>
            <a:r>
              <a:rPr lang="es-ES" dirty="0">
                <a:solidFill>
                  <a:srgbClr val="232423"/>
                </a:solidFill>
                <a:effectLst/>
              </a:rPr>
              <a:t>n</a:t>
            </a:r>
            <a:r>
              <a:rPr lang="es-ES" dirty="0">
                <a:solidFill>
                  <a:srgbClr val="3D3D3D"/>
                </a:solidFill>
                <a:effectLst/>
              </a:rPr>
              <a:t>ce</a:t>
            </a:r>
            <a:r>
              <a:rPr lang="es-ES" dirty="0">
                <a:solidFill>
                  <a:srgbClr val="232423"/>
                </a:solidFill>
                <a:effectLst/>
              </a:rPr>
              <a:t>pto d</a:t>
            </a:r>
            <a:r>
              <a:rPr lang="es-ES" dirty="0">
                <a:solidFill>
                  <a:srgbClr val="3D3D3D"/>
                </a:solidFill>
                <a:effectLst/>
              </a:rPr>
              <a:t>e</a:t>
            </a:r>
            <a:r>
              <a:rPr lang="es-ES" dirty="0">
                <a:solidFill>
                  <a:srgbClr val="0E0F0F"/>
                </a:solidFill>
                <a:effectLst/>
              </a:rPr>
              <a:t>l </a:t>
            </a:r>
            <a:r>
              <a:rPr lang="es-ES" dirty="0">
                <a:solidFill>
                  <a:srgbClr val="232423"/>
                </a:solidFill>
                <a:effectLst/>
              </a:rPr>
              <a:t>individu</a:t>
            </a:r>
            <a:r>
              <a:rPr lang="es-ES" dirty="0">
                <a:solidFill>
                  <a:srgbClr val="3D3D3D"/>
                </a:solidFill>
                <a:effectLst/>
              </a:rPr>
              <a:t>o </a:t>
            </a:r>
            <a:r>
              <a:rPr lang="es-ES" dirty="0">
                <a:solidFill>
                  <a:srgbClr val="232423"/>
                </a:solidFill>
                <a:effectLst/>
              </a:rPr>
              <a:t>qu</a:t>
            </a:r>
            <a:r>
              <a:rPr lang="es-ES" dirty="0">
                <a:solidFill>
                  <a:srgbClr val="3D3D3D"/>
                </a:solidFill>
                <a:effectLst/>
              </a:rPr>
              <a:t>e se </a:t>
            </a:r>
            <a:r>
              <a:rPr lang="es-ES" dirty="0">
                <a:solidFill>
                  <a:srgbClr val="232423"/>
                </a:solidFill>
                <a:effectLst/>
              </a:rPr>
              <a:t>d</a:t>
            </a:r>
            <a:r>
              <a:rPr lang="es-ES" dirty="0">
                <a:solidFill>
                  <a:srgbClr val="3D3D3D"/>
                </a:solidFill>
                <a:effectLst/>
              </a:rPr>
              <a:t>e</a:t>
            </a:r>
            <a:r>
              <a:rPr lang="es-ES" dirty="0">
                <a:solidFill>
                  <a:srgbClr val="232423"/>
                </a:solidFill>
                <a:effectLst/>
              </a:rPr>
              <a:t>riv</a:t>
            </a:r>
            <a:r>
              <a:rPr lang="es-ES" dirty="0">
                <a:solidFill>
                  <a:srgbClr val="3D3D3D"/>
                </a:solidFill>
                <a:effectLst/>
              </a:rPr>
              <a:t>a</a:t>
            </a:r>
            <a:r>
              <a:rPr lang="es-ES" dirty="0">
                <a:solidFill>
                  <a:srgbClr val="232423"/>
                </a:solidFill>
              </a:rPr>
              <a:t> </a:t>
            </a:r>
            <a:r>
              <a:rPr lang="es-ES" dirty="0">
                <a:solidFill>
                  <a:srgbClr val="232423"/>
                </a:solidFill>
                <a:effectLst/>
              </a:rPr>
              <a:t>d</a:t>
            </a:r>
            <a:r>
              <a:rPr lang="es-ES" dirty="0">
                <a:solidFill>
                  <a:srgbClr val="3D3D3D"/>
                </a:solidFill>
                <a:effectLst/>
              </a:rPr>
              <a:t>e</a:t>
            </a:r>
            <a:r>
              <a:rPr lang="es-ES" dirty="0">
                <a:solidFill>
                  <a:srgbClr val="0E0F0F"/>
                </a:solidFill>
                <a:effectLst/>
              </a:rPr>
              <a:t>l </a:t>
            </a:r>
            <a:r>
              <a:rPr lang="es-ES" dirty="0">
                <a:solidFill>
                  <a:srgbClr val="3D3D3D"/>
                </a:solidFill>
                <a:effectLst/>
              </a:rPr>
              <a:t>co</a:t>
            </a:r>
            <a:r>
              <a:rPr lang="es-ES" dirty="0">
                <a:solidFill>
                  <a:srgbClr val="232423"/>
                </a:solidFill>
                <a:effectLst/>
              </a:rPr>
              <a:t>n</a:t>
            </a:r>
            <a:r>
              <a:rPr lang="es-ES" dirty="0">
                <a:solidFill>
                  <a:srgbClr val="3D3D3D"/>
                </a:solidFill>
                <a:effectLst/>
              </a:rPr>
              <a:t>oc</a:t>
            </a:r>
            <a:r>
              <a:rPr lang="es-ES" dirty="0">
                <a:solidFill>
                  <a:srgbClr val="232423"/>
                </a:solidFill>
                <a:effectLst/>
              </a:rPr>
              <a:t>imi</a:t>
            </a:r>
            <a:r>
              <a:rPr lang="es-ES" dirty="0">
                <a:solidFill>
                  <a:srgbClr val="3D3D3D"/>
                </a:solidFill>
                <a:effectLst/>
              </a:rPr>
              <a:t>e</a:t>
            </a:r>
            <a:r>
              <a:rPr lang="es-ES" dirty="0">
                <a:solidFill>
                  <a:srgbClr val="0E0F0F"/>
                </a:solidFill>
                <a:effectLst/>
              </a:rPr>
              <a:t>nto </a:t>
            </a:r>
            <a:r>
              <a:rPr lang="es-ES" dirty="0">
                <a:solidFill>
                  <a:srgbClr val="232423"/>
                </a:solidFill>
                <a:effectLst/>
              </a:rPr>
              <a:t>d</a:t>
            </a:r>
            <a:r>
              <a:rPr lang="es-ES" dirty="0">
                <a:solidFill>
                  <a:srgbClr val="3D3D3D"/>
                </a:solidFill>
                <a:effectLst/>
              </a:rPr>
              <a:t>e </a:t>
            </a:r>
            <a:r>
              <a:rPr lang="es-ES" dirty="0">
                <a:solidFill>
                  <a:srgbClr val="232423"/>
                </a:solidFill>
                <a:effectLst/>
              </a:rPr>
              <a:t>su p</a:t>
            </a:r>
            <a:r>
              <a:rPr lang="es-ES" dirty="0">
                <a:solidFill>
                  <a:srgbClr val="3D3D3D"/>
                </a:solidFill>
                <a:effectLst/>
              </a:rPr>
              <a:t>e</a:t>
            </a:r>
            <a:r>
              <a:rPr lang="es-ES" dirty="0">
                <a:solidFill>
                  <a:srgbClr val="232423"/>
                </a:solidFill>
                <a:effectLst/>
              </a:rPr>
              <a:t>rt</a:t>
            </a:r>
            <a:r>
              <a:rPr lang="es-ES" dirty="0">
                <a:solidFill>
                  <a:srgbClr val="3D3D3D"/>
                </a:solidFill>
                <a:effectLst/>
              </a:rPr>
              <a:t>e</a:t>
            </a:r>
            <a:r>
              <a:rPr lang="es-ES" dirty="0">
                <a:solidFill>
                  <a:srgbClr val="232423"/>
                </a:solidFill>
                <a:effectLst/>
              </a:rPr>
              <a:t>n</a:t>
            </a:r>
            <a:r>
              <a:rPr lang="es-ES" dirty="0">
                <a:solidFill>
                  <a:srgbClr val="3D3D3D"/>
                </a:solidFill>
                <a:effectLst/>
              </a:rPr>
              <a:t>e</a:t>
            </a:r>
            <a:r>
              <a:rPr lang="es-ES" dirty="0">
                <a:solidFill>
                  <a:srgbClr val="0E0F0F"/>
                </a:solidFill>
                <a:effectLst/>
              </a:rPr>
              <a:t>n</a:t>
            </a:r>
            <a:r>
              <a:rPr lang="es-ES" dirty="0">
                <a:solidFill>
                  <a:srgbClr val="3D3D3D"/>
                </a:solidFill>
                <a:effectLst/>
              </a:rPr>
              <a:t>c</a:t>
            </a:r>
            <a:r>
              <a:rPr lang="es-ES" dirty="0">
                <a:solidFill>
                  <a:srgbClr val="0E0F0F"/>
                </a:solidFill>
                <a:effectLst/>
              </a:rPr>
              <a:t>i</a:t>
            </a:r>
            <a:r>
              <a:rPr lang="es-ES" dirty="0">
                <a:solidFill>
                  <a:srgbClr val="3D3D3D"/>
                </a:solidFill>
                <a:effectLst/>
              </a:rPr>
              <a:t>a </a:t>
            </a:r>
            <a:r>
              <a:rPr lang="es-ES" dirty="0">
                <a:solidFill>
                  <a:srgbClr val="232423"/>
                </a:solidFill>
                <a:effectLst/>
              </a:rPr>
              <a:t>a un</a:t>
            </a:r>
            <a:r>
              <a:rPr lang="es-ES" dirty="0">
                <a:solidFill>
                  <a:srgbClr val="232423"/>
                </a:solidFill>
              </a:rPr>
              <a:t> </a:t>
            </a:r>
            <a:r>
              <a:rPr lang="es-ES" dirty="0">
                <a:solidFill>
                  <a:srgbClr val="3D3D3D"/>
                </a:solidFill>
                <a:effectLst/>
              </a:rPr>
              <a:t>g</a:t>
            </a:r>
            <a:r>
              <a:rPr lang="es-ES" dirty="0">
                <a:solidFill>
                  <a:srgbClr val="232423"/>
                </a:solidFill>
                <a:effectLst/>
              </a:rPr>
              <a:t>rupo </a:t>
            </a:r>
            <a:r>
              <a:rPr lang="es-ES" dirty="0">
                <a:solidFill>
                  <a:srgbClr val="3D3D3D"/>
                </a:solidFill>
                <a:effectLst/>
              </a:rPr>
              <a:t>(o g</a:t>
            </a:r>
            <a:r>
              <a:rPr lang="es-ES" dirty="0">
                <a:solidFill>
                  <a:srgbClr val="232423"/>
                </a:solidFill>
                <a:effectLst/>
              </a:rPr>
              <a:t>rup</a:t>
            </a:r>
            <a:r>
              <a:rPr lang="es-ES" dirty="0">
                <a:solidFill>
                  <a:srgbClr val="3D3D3D"/>
                </a:solidFill>
                <a:effectLst/>
              </a:rPr>
              <a:t>os) soc</a:t>
            </a:r>
            <a:r>
              <a:rPr lang="es-ES" dirty="0">
                <a:solidFill>
                  <a:srgbClr val="0E0F0F"/>
                </a:solidFill>
                <a:effectLst/>
              </a:rPr>
              <a:t>i</a:t>
            </a:r>
            <a:r>
              <a:rPr lang="es-ES" dirty="0">
                <a:solidFill>
                  <a:srgbClr val="3D3D3D"/>
                </a:solidFill>
                <a:effectLst/>
              </a:rPr>
              <a:t>a</a:t>
            </a:r>
            <a:r>
              <a:rPr lang="es-ES" dirty="0">
                <a:solidFill>
                  <a:srgbClr val="0E0F0F"/>
                </a:solidFill>
                <a:effectLst/>
              </a:rPr>
              <a:t>l</a:t>
            </a:r>
            <a:r>
              <a:rPr lang="es-ES" dirty="0">
                <a:solidFill>
                  <a:srgbClr val="525252"/>
                </a:solidFill>
                <a:effectLst/>
              </a:rPr>
              <a:t>, </a:t>
            </a:r>
            <a:r>
              <a:rPr lang="es-ES" dirty="0">
                <a:solidFill>
                  <a:srgbClr val="232423"/>
                </a:solidFill>
                <a:effectLst/>
              </a:rPr>
              <a:t>junt</a:t>
            </a:r>
            <a:r>
              <a:rPr lang="es-ES" dirty="0">
                <a:solidFill>
                  <a:srgbClr val="3D3D3D"/>
                </a:solidFill>
                <a:effectLst/>
              </a:rPr>
              <a:t>o c</a:t>
            </a:r>
            <a:r>
              <a:rPr lang="es-ES" dirty="0">
                <a:solidFill>
                  <a:srgbClr val="232423"/>
                </a:solidFill>
                <a:effectLst/>
              </a:rPr>
              <a:t>on </a:t>
            </a:r>
            <a:r>
              <a:rPr lang="es-ES" dirty="0">
                <a:solidFill>
                  <a:srgbClr val="3D3D3D"/>
                </a:solidFill>
                <a:effectLst/>
              </a:rPr>
              <a:t>e</a:t>
            </a:r>
            <a:r>
              <a:rPr lang="es-ES" dirty="0">
                <a:solidFill>
                  <a:srgbClr val="0E0F0F"/>
                </a:solidFill>
                <a:effectLst/>
              </a:rPr>
              <a:t>l </a:t>
            </a:r>
            <a:r>
              <a:rPr lang="es-ES" dirty="0">
                <a:solidFill>
                  <a:srgbClr val="232423"/>
                </a:solidFill>
                <a:effectLst/>
              </a:rPr>
              <a:t>si</a:t>
            </a:r>
            <a:r>
              <a:rPr lang="es-ES" dirty="0">
                <a:solidFill>
                  <a:srgbClr val="3D3D3D"/>
                </a:solidFill>
                <a:effectLst/>
              </a:rPr>
              <a:t>g</a:t>
            </a:r>
            <a:r>
              <a:rPr lang="es-ES" dirty="0">
                <a:solidFill>
                  <a:srgbClr val="0E0F0F"/>
                </a:solidFill>
                <a:effectLst/>
              </a:rPr>
              <a:t>nifi</a:t>
            </a:r>
            <a:r>
              <a:rPr lang="es-ES" dirty="0">
                <a:solidFill>
                  <a:srgbClr val="3D3D3D"/>
                </a:solidFill>
                <a:effectLst/>
              </a:rPr>
              <a:t>ca</a:t>
            </a:r>
            <a:r>
              <a:rPr lang="es-ES" dirty="0">
                <a:solidFill>
                  <a:srgbClr val="232423"/>
                </a:solidFill>
                <a:effectLst/>
              </a:rPr>
              <a:t>do</a:t>
            </a:r>
            <a:r>
              <a:rPr lang="es-ES" dirty="0">
                <a:solidFill>
                  <a:srgbClr val="3D3D3D"/>
                </a:solidFill>
              </a:rPr>
              <a:t> </a:t>
            </a:r>
            <a:r>
              <a:rPr lang="es-ES" dirty="0">
                <a:solidFill>
                  <a:srgbClr val="3D3D3D"/>
                </a:solidFill>
                <a:effectLst/>
              </a:rPr>
              <a:t>e</a:t>
            </a:r>
            <a:r>
              <a:rPr lang="es-ES" dirty="0">
                <a:solidFill>
                  <a:srgbClr val="232423"/>
                </a:solidFill>
                <a:effectLst/>
              </a:rPr>
              <a:t>m</a:t>
            </a:r>
            <a:r>
              <a:rPr lang="es-ES" dirty="0">
                <a:solidFill>
                  <a:srgbClr val="3D3D3D"/>
                </a:solidFill>
                <a:effectLst/>
              </a:rPr>
              <a:t>oc</a:t>
            </a:r>
            <a:r>
              <a:rPr lang="es-ES" dirty="0">
                <a:solidFill>
                  <a:srgbClr val="232423"/>
                </a:solidFill>
                <a:effectLst/>
              </a:rPr>
              <a:t>ion</a:t>
            </a:r>
            <a:r>
              <a:rPr lang="es-ES" dirty="0">
                <a:solidFill>
                  <a:srgbClr val="3D3D3D"/>
                </a:solidFill>
                <a:effectLst/>
              </a:rPr>
              <a:t>a</a:t>
            </a:r>
            <a:r>
              <a:rPr lang="es-ES" dirty="0">
                <a:solidFill>
                  <a:srgbClr val="0E0F0F"/>
                </a:solidFill>
                <a:effectLst/>
              </a:rPr>
              <a:t>l </a:t>
            </a:r>
            <a:r>
              <a:rPr lang="es-ES" dirty="0">
                <a:solidFill>
                  <a:srgbClr val="232423"/>
                </a:solidFill>
                <a:effectLst/>
              </a:rPr>
              <a:t>y v</a:t>
            </a:r>
            <a:r>
              <a:rPr lang="es-ES" dirty="0">
                <a:solidFill>
                  <a:srgbClr val="3D3D3D"/>
                </a:solidFill>
                <a:effectLst/>
              </a:rPr>
              <a:t>a</a:t>
            </a:r>
            <a:r>
              <a:rPr lang="es-ES" dirty="0">
                <a:solidFill>
                  <a:srgbClr val="0E0F0F"/>
                </a:solidFill>
                <a:effectLst/>
              </a:rPr>
              <a:t>lor</a:t>
            </a:r>
            <a:r>
              <a:rPr lang="es-ES" dirty="0">
                <a:solidFill>
                  <a:srgbClr val="3D3D3D"/>
                </a:solidFill>
                <a:effectLst/>
              </a:rPr>
              <a:t>a</a:t>
            </a:r>
            <a:r>
              <a:rPr lang="es-ES" dirty="0">
                <a:solidFill>
                  <a:srgbClr val="232423"/>
                </a:solidFill>
                <a:effectLst/>
              </a:rPr>
              <a:t>tiv</a:t>
            </a:r>
            <a:r>
              <a:rPr lang="es-ES" dirty="0">
                <a:solidFill>
                  <a:srgbClr val="3D3D3D"/>
                </a:solidFill>
                <a:effectLst/>
              </a:rPr>
              <a:t>o asoc</a:t>
            </a:r>
            <a:r>
              <a:rPr lang="es-ES" dirty="0">
                <a:solidFill>
                  <a:srgbClr val="232423"/>
                </a:solidFill>
                <a:effectLst/>
              </a:rPr>
              <a:t>i</a:t>
            </a:r>
            <a:r>
              <a:rPr lang="es-ES" dirty="0">
                <a:solidFill>
                  <a:srgbClr val="3D3D3D"/>
                </a:solidFill>
                <a:effectLst/>
              </a:rPr>
              <a:t>a</a:t>
            </a:r>
            <a:r>
              <a:rPr lang="es-ES" dirty="0">
                <a:solidFill>
                  <a:srgbClr val="232423"/>
                </a:solidFill>
                <a:effectLst/>
              </a:rPr>
              <a:t>d</a:t>
            </a:r>
            <a:r>
              <a:rPr lang="es-ES" dirty="0">
                <a:solidFill>
                  <a:srgbClr val="3D3D3D"/>
                </a:solidFill>
                <a:effectLst/>
              </a:rPr>
              <a:t>o a </a:t>
            </a:r>
            <a:r>
              <a:rPr lang="es-ES" dirty="0">
                <a:solidFill>
                  <a:srgbClr val="232423"/>
                </a:solidFill>
                <a:effectLst/>
              </a:rPr>
              <a:t>di</a:t>
            </a:r>
            <a:r>
              <a:rPr lang="es-ES" dirty="0">
                <a:solidFill>
                  <a:srgbClr val="3D3D3D"/>
                </a:solidFill>
                <a:effectLst/>
              </a:rPr>
              <a:t>c</a:t>
            </a:r>
            <a:r>
              <a:rPr lang="es-ES" dirty="0">
                <a:solidFill>
                  <a:srgbClr val="0E0F0F"/>
                </a:solidFill>
                <a:effectLst/>
              </a:rPr>
              <a:t>ha </a:t>
            </a:r>
            <a:r>
              <a:rPr lang="es-ES" dirty="0">
                <a:solidFill>
                  <a:srgbClr val="232423"/>
                </a:solidFill>
                <a:effectLst/>
              </a:rPr>
              <a:t>p</a:t>
            </a:r>
            <a:r>
              <a:rPr lang="es-ES" dirty="0">
                <a:solidFill>
                  <a:srgbClr val="3D3D3D"/>
                </a:solidFill>
                <a:effectLst/>
              </a:rPr>
              <a:t>e</a:t>
            </a:r>
            <a:r>
              <a:rPr lang="es-ES" dirty="0">
                <a:solidFill>
                  <a:srgbClr val="232423"/>
                </a:solidFill>
                <a:effectLst/>
              </a:rPr>
              <a:t>rten</a:t>
            </a:r>
            <a:r>
              <a:rPr lang="es-ES" dirty="0">
                <a:solidFill>
                  <a:srgbClr val="3D3D3D"/>
                </a:solidFill>
                <a:effectLst/>
              </a:rPr>
              <a:t>e</a:t>
            </a:r>
            <a:r>
              <a:rPr lang="es-ES" dirty="0">
                <a:solidFill>
                  <a:srgbClr val="232423"/>
                </a:solidFill>
                <a:effectLst/>
              </a:rPr>
              <a:t>n</a:t>
            </a:r>
            <a:r>
              <a:rPr lang="es-ES" dirty="0">
                <a:solidFill>
                  <a:srgbClr val="3D3D3D"/>
                </a:solidFill>
                <a:effectLst/>
              </a:rPr>
              <a:t>c</a:t>
            </a:r>
            <a:r>
              <a:rPr lang="es-ES" dirty="0">
                <a:solidFill>
                  <a:srgbClr val="232423"/>
                </a:solidFill>
                <a:effectLst/>
              </a:rPr>
              <a:t>i</a:t>
            </a:r>
            <a:r>
              <a:rPr lang="es-ES" dirty="0">
                <a:solidFill>
                  <a:srgbClr val="3D3D3D"/>
                </a:solidFill>
                <a:effectLst/>
              </a:rPr>
              <a:t>a</a:t>
            </a:r>
            <a:endParaRPr lang="es-ES" dirty="0">
              <a:solidFill>
                <a:srgbClr val="232423"/>
              </a:solidFill>
              <a:effectLst/>
            </a:endParaRPr>
          </a:p>
          <a:p>
            <a:pPr>
              <a:lnSpc>
                <a:spcPct val="120000"/>
              </a:lnSpc>
              <a:buFont typeface="Arial" panose="020B0604020202020204" pitchFamily="34" charset="0"/>
              <a:buChar char="•"/>
            </a:pPr>
            <a:r>
              <a:rPr lang="es-ES" dirty="0">
                <a:solidFill>
                  <a:srgbClr val="232423"/>
                </a:solidFill>
                <a:effectLst/>
              </a:rPr>
              <a:t>T</a:t>
            </a:r>
            <a:r>
              <a:rPr lang="es-ES" dirty="0">
                <a:solidFill>
                  <a:srgbClr val="3D3D3D"/>
                </a:solidFill>
                <a:effectLst/>
              </a:rPr>
              <a:t>e</a:t>
            </a:r>
            <a:r>
              <a:rPr lang="es-ES" dirty="0">
                <a:solidFill>
                  <a:srgbClr val="232423"/>
                </a:solidFill>
                <a:effectLst/>
              </a:rPr>
              <a:t>n</a:t>
            </a:r>
            <a:r>
              <a:rPr lang="es-ES" dirty="0">
                <a:solidFill>
                  <a:srgbClr val="3D3D3D"/>
                </a:solidFill>
                <a:effectLst/>
              </a:rPr>
              <a:t>e</a:t>
            </a:r>
            <a:r>
              <a:rPr lang="es-ES" dirty="0">
                <a:solidFill>
                  <a:srgbClr val="232423"/>
                </a:solidFill>
                <a:effectLst/>
              </a:rPr>
              <a:t>m</a:t>
            </a:r>
            <a:r>
              <a:rPr lang="es-ES" dirty="0">
                <a:solidFill>
                  <a:srgbClr val="3D3D3D"/>
                </a:solidFill>
                <a:effectLst/>
              </a:rPr>
              <a:t>os </a:t>
            </a:r>
            <a:r>
              <a:rPr lang="es-ES" dirty="0">
                <a:solidFill>
                  <a:srgbClr val="232423"/>
                </a:solidFill>
                <a:effectLst/>
              </a:rPr>
              <a:t>t</a:t>
            </a:r>
            <a:r>
              <a:rPr lang="es-ES" dirty="0">
                <a:solidFill>
                  <a:srgbClr val="3D3D3D"/>
                </a:solidFill>
                <a:effectLst/>
              </a:rPr>
              <a:t>a</a:t>
            </a:r>
            <a:r>
              <a:rPr lang="es-ES" dirty="0">
                <a:solidFill>
                  <a:srgbClr val="232423"/>
                </a:solidFill>
                <a:effectLst/>
              </a:rPr>
              <a:t>nt</a:t>
            </a:r>
            <a:r>
              <a:rPr lang="es-ES" dirty="0">
                <a:solidFill>
                  <a:srgbClr val="3D3D3D"/>
                </a:solidFill>
                <a:effectLst/>
              </a:rPr>
              <a:t>a</a:t>
            </a:r>
            <a:r>
              <a:rPr lang="es-ES" dirty="0">
                <a:solidFill>
                  <a:srgbClr val="232423"/>
                </a:solidFill>
                <a:effectLst/>
              </a:rPr>
              <a:t>s id</a:t>
            </a:r>
            <a:r>
              <a:rPr lang="es-ES" dirty="0">
                <a:solidFill>
                  <a:srgbClr val="3D3D3D"/>
                </a:solidFill>
                <a:effectLst/>
              </a:rPr>
              <a:t>e</a:t>
            </a:r>
            <a:r>
              <a:rPr lang="es-ES" dirty="0">
                <a:solidFill>
                  <a:srgbClr val="232423"/>
                </a:solidFill>
                <a:effectLst/>
              </a:rPr>
              <a:t>ntid</a:t>
            </a:r>
            <a:r>
              <a:rPr lang="es-ES" dirty="0">
                <a:solidFill>
                  <a:srgbClr val="3D3D3D"/>
                </a:solidFill>
                <a:effectLst/>
              </a:rPr>
              <a:t>a</a:t>
            </a:r>
            <a:r>
              <a:rPr lang="es-ES" dirty="0">
                <a:solidFill>
                  <a:srgbClr val="232423"/>
                </a:solidFill>
                <a:effectLst/>
              </a:rPr>
              <a:t>d</a:t>
            </a:r>
            <a:r>
              <a:rPr lang="es-ES" dirty="0">
                <a:solidFill>
                  <a:srgbClr val="3D3D3D"/>
                </a:solidFill>
                <a:effectLst/>
              </a:rPr>
              <a:t>e</a:t>
            </a:r>
            <a:r>
              <a:rPr lang="es-ES" dirty="0">
                <a:solidFill>
                  <a:srgbClr val="232423"/>
                </a:solidFill>
                <a:effectLst/>
              </a:rPr>
              <a:t>s </a:t>
            </a:r>
            <a:r>
              <a:rPr lang="es-ES" dirty="0">
                <a:solidFill>
                  <a:srgbClr val="3D3D3D"/>
                </a:solidFill>
                <a:effectLst/>
              </a:rPr>
              <a:t>s</a:t>
            </a:r>
            <a:r>
              <a:rPr lang="es-ES" dirty="0">
                <a:solidFill>
                  <a:srgbClr val="232423"/>
                </a:solidFill>
                <a:effectLst/>
              </a:rPr>
              <a:t>o</a:t>
            </a:r>
            <a:r>
              <a:rPr lang="es-ES" dirty="0">
                <a:solidFill>
                  <a:srgbClr val="3D3D3D"/>
                </a:solidFill>
                <a:effectLst/>
              </a:rPr>
              <a:t>c</a:t>
            </a:r>
            <a:r>
              <a:rPr lang="es-ES" dirty="0">
                <a:solidFill>
                  <a:srgbClr val="232423"/>
                </a:solidFill>
                <a:effectLst/>
              </a:rPr>
              <a:t>ial</a:t>
            </a:r>
            <a:r>
              <a:rPr lang="es-ES" dirty="0">
                <a:solidFill>
                  <a:srgbClr val="3D3D3D"/>
                </a:solidFill>
                <a:effectLst/>
              </a:rPr>
              <a:t>e</a:t>
            </a:r>
            <a:r>
              <a:rPr lang="es-ES" dirty="0">
                <a:solidFill>
                  <a:srgbClr val="232423"/>
                </a:solidFill>
                <a:effectLst/>
              </a:rPr>
              <a:t>s</a:t>
            </a:r>
            <a:r>
              <a:rPr lang="es-ES" dirty="0">
                <a:solidFill>
                  <a:srgbClr val="232423"/>
                </a:solidFill>
              </a:rPr>
              <a:t> </a:t>
            </a:r>
            <a:r>
              <a:rPr lang="es-ES" dirty="0">
                <a:solidFill>
                  <a:srgbClr val="3D3D3D"/>
                </a:solidFill>
                <a:effectLst/>
              </a:rPr>
              <a:t>co</a:t>
            </a:r>
            <a:r>
              <a:rPr lang="es-ES" dirty="0">
                <a:solidFill>
                  <a:srgbClr val="232423"/>
                </a:solidFill>
                <a:effectLst/>
              </a:rPr>
              <a:t>mo </a:t>
            </a:r>
            <a:r>
              <a:rPr lang="es-ES" dirty="0">
                <a:solidFill>
                  <a:srgbClr val="3D3D3D"/>
                </a:solidFill>
                <a:effectLst/>
              </a:rPr>
              <a:t>g</a:t>
            </a:r>
            <a:r>
              <a:rPr lang="es-ES" dirty="0">
                <a:solidFill>
                  <a:srgbClr val="232423"/>
                </a:solidFill>
                <a:effectLst/>
              </a:rPr>
              <a:t>rupos </a:t>
            </a:r>
            <a:r>
              <a:rPr lang="es-ES" dirty="0">
                <a:solidFill>
                  <a:srgbClr val="3D3D3D"/>
                </a:solidFill>
                <a:effectLst/>
              </a:rPr>
              <a:t>a </a:t>
            </a:r>
            <a:r>
              <a:rPr lang="es-ES" dirty="0">
                <a:solidFill>
                  <a:srgbClr val="0E0F0F"/>
                </a:solidFill>
                <a:effectLst/>
              </a:rPr>
              <a:t>lo</a:t>
            </a:r>
            <a:r>
              <a:rPr lang="es-ES" dirty="0">
                <a:solidFill>
                  <a:srgbClr val="3D3D3D"/>
                </a:solidFill>
                <a:effectLst/>
              </a:rPr>
              <a:t>s </a:t>
            </a:r>
            <a:r>
              <a:rPr lang="es-ES" dirty="0">
                <a:solidFill>
                  <a:srgbClr val="232423"/>
                </a:solidFill>
                <a:effectLst/>
              </a:rPr>
              <a:t>qu</a:t>
            </a:r>
            <a:r>
              <a:rPr lang="es-ES" dirty="0">
                <a:solidFill>
                  <a:srgbClr val="3D3D3D"/>
                </a:solidFill>
                <a:effectLst/>
              </a:rPr>
              <a:t>e </a:t>
            </a:r>
            <a:r>
              <a:rPr lang="es-ES" dirty="0">
                <a:solidFill>
                  <a:srgbClr val="232423"/>
                </a:solidFill>
                <a:effectLst/>
              </a:rPr>
              <a:t>p</a:t>
            </a:r>
            <a:r>
              <a:rPr lang="es-ES" dirty="0">
                <a:solidFill>
                  <a:srgbClr val="3D3D3D"/>
                </a:solidFill>
                <a:effectLst/>
              </a:rPr>
              <a:t>e</a:t>
            </a:r>
            <a:r>
              <a:rPr lang="es-ES" dirty="0">
                <a:solidFill>
                  <a:srgbClr val="232423"/>
                </a:solidFill>
                <a:effectLst/>
              </a:rPr>
              <a:t>rt</a:t>
            </a:r>
            <a:r>
              <a:rPr lang="es-ES" dirty="0">
                <a:solidFill>
                  <a:srgbClr val="3D3D3D"/>
                </a:solidFill>
                <a:effectLst/>
              </a:rPr>
              <a:t>e</a:t>
            </a:r>
            <a:r>
              <a:rPr lang="es-ES" dirty="0">
                <a:solidFill>
                  <a:srgbClr val="0E0F0F"/>
                </a:solidFill>
                <a:effectLst/>
              </a:rPr>
              <a:t>n</a:t>
            </a:r>
            <a:r>
              <a:rPr lang="es-ES" dirty="0">
                <a:solidFill>
                  <a:srgbClr val="3D3D3D"/>
                </a:solidFill>
                <a:effectLst/>
              </a:rPr>
              <a:t>ece</a:t>
            </a:r>
            <a:r>
              <a:rPr lang="es-ES" dirty="0">
                <a:solidFill>
                  <a:srgbClr val="232423"/>
                </a:solidFill>
                <a:effectLst/>
              </a:rPr>
              <a:t>mos y </a:t>
            </a:r>
            <a:r>
              <a:rPr lang="es-ES" dirty="0">
                <a:solidFill>
                  <a:srgbClr val="3D3D3D"/>
                </a:solidFill>
                <a:effectLst/>
              </a:rPr>
              <a:t>c</a:t>
            </a:r>
            <a:r>
              <a:rPr lang="es-ES" dirty="0">
                <a:solidFill>
                  <a:srgbClr val="232423"/>
                </a:solidFill>
                <a:effectLst/>
              </a:rPr>
              <a:t>on </a:t>
            </a:r>
            <a:r>
              <a:rPr lang="es-ES" dirty="0">
                <a:solidFill>
                  <a:srgbClr val="0E0F0F"/>
                </a:solidFill>
                <a:effectLst/>
              </a:rPr>
              <a:t>los </a:t>
            </a:r>
            <a:r>
              <a:rPr lang="es-ES" dirty="0">
                <a:solidFill>
                  <a:srgbClr val="232423"/>
                </a:solidFill>
                <a:effectLst/>
              </a:rPr>
              <a:t>qu</a:t>
            </a:r>
            <a:r>
              <a:rPr lang="es-ES" dirty="0">
                <a:solidFill>
                  <a:srgbClr val="3D3D3D"/>
                </a:solidFill>
                <a:effectLst/>
              </a:rPr>
              <a:t>e </a:t>
            </a:r>
            <a:r>
              <a:rPr lang="es-ES" dirty="0">
                <a:solidFill>
                  <a:srgbClr val="232423"/>
                </a:solidFill>
                <a:effectLst/>
              </a:rPr>
              <a:t>no</a:t>
            </a:r>
            <a:r>
              <a:rPr lang="es-ES" dirty="0">
                <a:solidFill>
                  <a:srgbClr val="3D3D3D"/>
                </a:solidFill>
                <a:effectLst/>
              </a:rPr>
              <a:t>s </a:t>
            </a:r>
            <a:r>
              <a:rPr lang="es-ES" dirty="0">
                <a:solidFill>
                  <a:srgbClr val="0E0F0F"/>
                </a:solidFill>
                <a:effectLst/>
              </a:rPr>
              <a:t>id</a:t>
            </a:r>
            <a:r>
              <a:rPr lang="es-ES" dirty="0">
                <a:solidFill>
                  <a:srgbClr val="3D3D3D"/>
                </a:solidFill>
                <a:effectLst/>
              </a:rPr>
              <a:t>e</a:t>
            </a:r>
            <a:r>
              <a:rPr lang="es-ES" dirty="0">
                <a:solidFill>
                  <a:srgbClr val="232423"/>
                </a:solidFill>
                <a:effectLst/>
              </a:rPr>
              <a:t>ntifi</a:t>
            </a:r>
            <a:r>
              <a:rPr lang="es-ES" dirty="0">
                <a:solidFill>
                  <a:srgbClr val="3D3D3D"/>
                </a:solidFill>
                <a:effectLst/>
              </a:rPr>
              <a:t>ca</a:t>
            </a:r>
            <a:r>
              <a:rPr lang="es-ES" dirty="0">
                <a:solidFill>
                  <a:srgbClr val="232423"/>
                </a:solidFill>
                <a:effectLst/>
              </a:rPr>
              <a:t>mo</a:t>
            </a:r>
            <a:r>
              <a:rPr lang="es-ES" dirty="0">
                <a:solidFill>
                  <a:srgbClr val="3D3D3D"/>
                </a:solidFill>
                <a:effectLst/>
              </a:rPr>
              <a:t>s</a:t>
            </a:r>
            <a:r>
              <a:rPr lang="es-ES" dirty="0">
                <a:solidFill>
                  <a:srgbClr val="232423"/>
                </a:solidFill>
                <a:effectLst/>
              </a:rPr>
              <a:t>.</a:t>
            </a:r>
          </a:p>
          <a:p>
            <a:pPr>
              <a:lnSpc>
                <a:spcPct val="120000"/>
              </a:lnSpc>
              <a:buFont typeface="Arial" panose="020B0604020202020204" pitchFamily="34" charset="0"/>
              <a:buChar char="•"/>
            </a:pPr>
            <a:r>
              <a:rPr lang="es-ES" dirty="0">
                <a:solidFill>
                  <a:srgbClr val="232423"/>
                </a:solidFill>
                <a:effectLst/>
                <a:latin typeface="+mj-lt"/>
              </a:rPr>
              <a:t>Pu</a:t>
            </a:r>
            <a:r>
              <a:rPr lang="es-ES" dirty="0">
                <a:solidFill>
                  <a:srgbClr val="3D3D3D"/>
                </a:solidFill>
                <a:effectLst/>
                <a:latin typeface="+mj-lt"/>
              </a:rPr>
              <a:t>es</a:t>
            </a:r>
            <a:r>
              <a:rPr lang="es-ES" dirty="0">
                <a:solidFill>
                  <a:srgbClr val="232423"/>
                </a:solidFill>
                <a:effectLst/>
                <a:latin typeface="+mj-lt"/>
              </a:rPr>
              <a:t>t</a:t>
            </a:r>
            <a:r>
              <a:rPr lang="es-ES" dirty="0">
                <a:solidFill>
                  <a:srgbClr val="3D3D3D"/>
                </a:solidFill>
                <a:effectLst/>
                <a:latin typeface="+mj-lt"/>
              </a:rPr>
              <a:t>o </a:t>
            </a:r>
            <a:r>
              <a:rPr lang="es-ES" dirty="0">
                <a:solidFill>
                  <a:srgbClr val="232423"/>
                </a:solidFill>
                <a:effectLst/>
                <a:latin typeface="+mj-lt"/>
              </a:rPr>
              <a:t>qu</a:t>
            </a:r>
            <a:r>
              <a:rPr lang="es-ES" dirty="0">
                <a:solidFill>
                  <a:srgbClr val="3D3D3D"/>
                </a:solidFill>
                <a:effectLst/>
                <a:latin typeface="+mj-lt"/>
              </a:rPr>
              <a:t>e </a:t>
            </a:r>
            <a:r>
              <a:rPr lang="es-ES" dirty="0">
                <a:solidFill>
                  <a:srgbClr val="0E0F0F"/>
                </a:solidFill>
                <a:effectLst/>
                <a:latin typeface="+mj-lt"/>
              </a:rPr>
              <a:t>l</a:t>
            </a:r>
            <a:r>
              <a:rPr lang="es-ES" dirty="0">
                <a:solidFill>
                  <a:srgbClr val="3D3D3D"/>
                </a:solidFill>
                <a:effectLst/>
                <a:latin typeface="+mj-lt"/>
              </a:rPr>
              <a:t>a </a:t>
            </a:r>
            <a:r>
              <a:rPr lang="es-ES" dirty="0">
                <a:solidFill>
                  <a:srgbClr val="232423"/>
                </a:solidFill>
                <a:effectLst/>
                <a:latin typeface="+mj-lt"/>
              </a:rPr>
              <a:t>p</a:t>
            </a:r>
            <a:r>
              <a:rPr lang="es-ES" dirty="0">
                <a:solidFill>
                  <a:srgbClr val="3D3D3D"/>
                </a:solidFill>
                <a:effectLst/>
                <a:latin typeface="+mj-lt"/>
              </a:rPr>
              <a:t>e</a:t>
            </a:r>
            <a:r>
              <a:rPr lang="es-ES" dirty="0">
                <a:solidFill>
                  <a:srgbClr val="232423"/>
                </a:solidFill>
                <a:effectLst/>
                <a:latin typeface="+mj-lt"/>
              </a:rPr>
              <a:t>rt</a:t>
            </a:r>
            <a:r>
              <a:rPr lang="es-ES" dirty="0">
                <a:solidFill>
                  <a:srgbClr val="3D3D3D"/>
                </a:solidFill>
                <a:effectLst/>
                <a:latin typeface="+mj-lt"/>
              </a:rPr>
              <a:t>e</a:t>
            </a:r>
            <a:r>
              <a:rPr lang="es-ES" dirty="0">
                <a:solidFill>
                  <a:srgbClr val="232423"/>
                </a:solidFill>
                <a:effectLst/>
                <a:latin typeface="+mj-lt"/>
              </a:rPr>
              <a:t>n</a:t>
            </a:r>
            <a:r>
              <a:rPr lang="es-ES" dirty="0">
                <a:solidFill>
                  <a:srgbClr val="3D3D3D"/>
                </a:solidFill>
                <a:effectLst/>
                <a:latin typeface="+mj-lt"/>
              </a:rPr>
              <a:t>e</a:t>
            </a:r>
            <a:r>
              <a:rPr lang="es-ES" dirty="0">
                <a:solidFill>
                  <a:srgbClr val="232423"/>
                </a:solidFill>
                <a:effectLst/>
                <a:latin typeface="+mj-lt"/>
              </a:rPr>
              <a:t>n</a:t>
            </a:r>
            <a:r>
              <a:rPr lang="es-ES" dirty="0">
                <a:solidFill>
                  <a:srgbClr val="3D3D3D"/>
                </a:solidFill>
                <a:effectLst/>
                <a:latin typeface="+mj-lt"/>
              </a:rPr>
              <a:t>c</a:t>
            </a:r>
            <a:r>
              <a:rPr lang="es-ES" dirty="0">
                <a:solidFill>
                  <a:srgbClr val="0E0F0F"/>
                </a:solidFill>
                <a:effectLst/>
                <a:latin typeface="+mj-lt"/>
              </a:rPr>
              <a:t>i</a:t>
            </a:r>
            <a:r>
              <a:rPr lang="es-ES" dirty="0">
                <a:solidFill>
                  <a:srgbClr val="3D3D3D"/>
                </a:solidFill>
                <a:effectLst/>
                <a:latin typeface="+mj-lt"/>
              </a:rPr>
              <a:t>a a </a:t>
            </a:r>
            <a:r>
              <a:rPr lang="es-ES" dirty="0">
                <a:solidFill>
                  <a:srgbClr val="232423"/>
                </a:solidFill>
                <a:effectLst/>
                <a:latin typeface="+mj-lt"/>
              </a:rPr>
              <a:t>un </a:t>
            </a:r>
            <a:r>
              <a:rPr lang="es-ES" dirty="0">
                <a:solidFill>
                  <a:srgbClr val="3D3D3D"/>
                </a:solidFill>
                <a:effectLst/>
                <a:latin typeface="+mj-lt"/>
              </a:rPr>
              <a:t>g</a:t>
            </a:r>
            <a:r>
              <a:rPr lang="es-ES" dirty="0">
                <a:solidFill>
                  <a:srgbClr val="232423"/>
                </a:solidFill>
                <a:effectLst/>
                <a:latin typeface="+mj-lt"/>
              </a:rPr>
              <a:t>rupo so</a:t>
            </a:r>
            <a:r>
              <a:rPr lang="es-ES" dirty="0">
                <a:solidFill>
                  <a:srgbClr val="3D3D3D"/>
                </a:solidFill>
                <a:effectLst/>
                <a:latin typeface="+mj-lt"/>
              </a:rPr>
              <a:t>c</a:t>
            </a:r>
            <a:r>
              <a:rPr lang="es-ES" dirty="0">
                <a:solidFill>
                  <a:srgbClr val="0E0F0F"/>
                </a:solidFill>
                <a:effectLst/>
                <a:latin typeface="+mj-lt"/>
              </a:rPr>
              <a:t>i</a:t>
            </a:r>
            <a:r>
              <a:rPr lang="es-ES" dirty="0">
                <a:solidFill>
                  <a:srgbClr val="3D3D3D"/>
                </a:solidFill>
                <a:effectLst/>
                <a:latin typeface="+mj-lt"/>
              </a:rPr>
              <a:t>a</a:t>
            </a:r>
            <a:r>
              <a:rPr lang="es-ES" dirty="0">
                <a:solidFill>
                  <a:srgbClr val="0E0F0F"/>
                </a:solidFill>
                <a:effectLst/>
                <a:latin typeface="+mj-lt"/>
              </a:rPr>
              <a:t>l </a:t>
            </a:r>
            <a:r>
              <a:rPr lang="es-ES" dirty="0">
                <a:solidFill>
                  <a:srgbClr val="232423"/>
                </a:solidFill>
                <a:effectLst/>
                <a:latin typeface="+mj-lt"/>
              </a:rPr>
              <a:t>d</a:t>
            </a:r>
            <a:r>
              <a:rPr lang="es-ES" dirty="0">
                <a:solidFill>
                  <a:srgbClr val="3D3D3D"/>
                </a:solidFill>
                <a:effectLst/>
                <a:latin typeface="+mj-lt"/>
              </a:rPr>
              <a:t>e</a:t>
            </a:r>
            <a:r>
              <a:rPr lang="es-ES" dirty="0">
                <a:solidFill>
                  <a:srgbClr val="232423"/>
                </a:solidFill>
                <a:effectLst/>
                <a:latin typeface="+mj-lt"/>
              </a:rPr>
              <a:t>t</a:t>
            </a:r>
            <a:r>
              <a:rPr lang="es-ES" dirty="0">
                <a:solidFill>
                  <a:srgbClr val="3D3D3D"/>
                </a:solidFill>
                <a:effectLst/>
                <a:latin typeface="+mj-lt"/>
              </a:rPr>
              <a:t>e</a:t>
            </a:r>
            <a:r>
              <a:rPr lang="es-ES" dirty="0">
                <a:solidFill>
                  <a:srgbClr val="0E0F0F"/>
                </a:solidFill>
                <a:effectLst/>
                <a:latin typeface="+mj-lt"/>
              </a:rPr>
              <a:t>rmin</a:t>
            </a:r>
            <a:r>
              <a:rPr lang="es-ES" dirty="0">
                <a:solidFill>
                  <a:srgbClr val="3D3D3D"/>
                </a:solidFill>
                <a:effectLst/>
                <a:latin typeface="+mj-lt"/>
              </a:rPr>
              <a:t>a</a:t>
            </a:r>
            <a:r>
              <a:rPr lang="es-ES" dirty="0">
                <a:solidFill>
                  <a:srgbClr val="232423"/>
                </a:solidFill>
                <a:effectLst/>
                <a:latin typeface="+mj-lt"/>
              </a:rPr>
              <a:t>d</a:t>
            </a:r>
            <a:r>
              <a:rPr lang="es-ES" dirty="0">
                <a:solidFill>
                  <a:srgbClr val="3D3D3D"/>
                </a:solidFill>
                <a:effectLst/>
                <a:latin typeface="+mj-lt"/>
              </a:rPr>
              <a:t>o fo</a:t>
            </a:r>
            <a:r>
              <a:rPr lang="es-ES" dirty="0">
                <a:solidFill>
                  <a:srgbClr val="232423"/>
                </a:solidFill>
                <a:effectLst/>
                <a:latin typeface="+mj-lt"/>
              </a:rPr>
              <a:t>rm</a:t>
            </a:r>
            <a:r>
              <a:rPr lang="es-ES" dirty="0">
                <a:solidFill>
                  <a:srgbClr val="3D3D3D"/>
                </a:solidFill>
                <a:effectLst/>
                <a:latin typeface="+mj-lt"/>
              </a:rPr>
              <a:t>a </a:t>
            </a:r>
            <a:r>
              <a:rPr lang="es-ES" dirty="0">
                <a:solidFill>
                  <a:srgbClr val="232423"/>
                </a:solidFill>
                <a:effectLst/>
                <a:latin typeface="+mj-lt"/>
              </a:rPr>
              <a:t>p</a:t>
            </a:r>
            <a:r>
              <a:rPr lang="es-ES" dirty="0">
                <a:solidFill>
                  <a:srgbClr val="3D3D3D"/>
                </a:solidFill>
                <a:effectLst/>
                <a:latin typeface="+mj-lt"/>
              </a:rPr>
              <a:t>a</a:t>
            </a:r>
            <a:r>
              <a:rPr lang="es-ES" dirty="0">
                <a:solidFill>
                  <a:srgbClr val="232423"/>
                </a:solidFill>
                <a:effectLst/>
                <a:latin typeface="+mj-lt"/>
              </a:rPr>
              <a:t>rt</a:t>
            </a:r>
            <a:r>
              <a:rPr lang="es-ES" dirty="0">
                <a:solidFill>
                  <a:srgbClr val="3D3D3D"/>
                </a:solidFill>
                <a:effectLst/>
                <a:latin typeface="+mj-lt"/>
              </a:rPr>
              <a:t>e </a:t>
            </a:r>
            <a:r>
              <a:rPr lang="es-ES" dirty="0">
                <a:solidFill>
                  <a:srgbClr val="232423"/>
                </a:solidFill>
                <a:effectLst/>
                <a:latin typeface="+mj-lt"/>
              </a:rPr>
              <a:t>d</a:t>
            </a:r>
            <a:r>
              <a:rPr lang="es-ES" dirty="0">
                <a:solidFill>
                  <a:srgbClr val="3D3D3D"/>
                </a:solidFill>
                <a:effectLst/>
                <a:latin typeface="+mj-lt"/>
              </a:rPr>
              <a:t>e</a:t>
            </a:r>
            <a:r>
              <a:rPr lang="es-ES" dirty="0">
                <a:solidFill>
                  <a:srgbClr val="0E0F0F"/>
                </a:solidFill>
                <a:effectLst/>
                <a:latin typeface="+mj-lt"/>
              </a:rPr>
              <a:t>l </a:t>
            </a:r>
            <a:r>
              <a:rPr lang="es-ES" dirty="0">
                <a:solidFill>
                  <a:srgbClr val="3D3D3D"/>
                </a:solidFill>
                <a:effectLst/>
                <a:latin typeface="+mj-lt"/>
              </a:rPr>
              <a:t>a</a:t>
            </a:r>
            <a:r>
              <a:rPr lang="es-ES" dirty="0">
                <a:solidFill>
                  <a:srgbClr val="232423"/>
                </a:solidFill>
                <a:effectLst/>
                <a:latin typeface="+mj-lt"/>
              </a:rPr>
              <a:t>ut</a:t>
            </a:r>
            <a:r>
              <a:rPr lang="es-ES" dirty="0">
                <a:solidFill>
                  <a:srgbClr val="3D3D3D"/>
                </a:solidFill>
                <a:effectLst/>
                <a:latin typeface="+mj-lt"/>
              </a:rPr>
              <a:t>oc</a:t>
            </a:r>
            <a:r>
              <a:rPr lang="es-ES" dirty="0">
                <a:solidFill>
                  <a:srgbClr val="232423"/>
                </a:solidFill>
                <a:effectLst/>
                <a:latin typeface="+mj-lt"/>
              </a:rPr>
              <a:t>on</a:t>
            </a:r>
            <a:r>
              <a:rPr lang="es-ES" dirty="0">
                <a:solidFill>
                  <a:srgbClr val="3D3D3D"/>
                </a:solidFill>
                <a:effectLst/>
                <a:latin typeface="+mj-lt"/>
              </a:rPr>
              <a:t>ce</a:t>
            </a:r>
            <a:r>
              <a:rPr lang="es-ES" dirty="0">
                <a:solidFill>
                  <a:srgbClr val="232423"/>
                </a:solidFill>
                <a:effectLst/>
                <a:latin typeface="+mj-lt"/>
              </a:rPr>
              <a:t>pto</a:t>
            </a:r>
            <a:r>
              <a:rPr lang="es-ES" dirty="0">
                <a:solidFill>
                  <a:srgbClr val="525252"/>
                </a:solidFill>
                <a:latin typeface="+mj-lt"/>
              </a:rPr>
              <a:t>.</a:t>
            </a:r>
          </a:p>
          <a:p>
            <a:pPr lvl="1" algn="just">
              <a:lnSpc>
                <a:spcPct val="120000"/>
              </a:lnSpc>
              <a:buFont typeface="Arial" panose="020B0604020202020204" pitchFamily="34" charset="0"/>
              <a:buChar char="•"/>
            </a:pPr>
            <a:r>
              <a:rPr lang="es-ES" i="0" dirty="0">
                <a:solidFill>
                  <a:srgbClr val="3D3D3D"/>
                </a:solidFill>
                <a:effectLst/>
                <a:latin typeface="+mj-lt"/>
              </a:rPr>
              <a:t>Que nuestro </a:t>
            </a:r>
            <a:r>
              <a:rPr lang="es-ES" i="0" dirty="0" err="1">
                <a:solidFill>
                  <a:srgbClr val="3D3D3D"/>
                </a:solidFill>
                <a:effectLst/>
                <a:latin typeface="+mj-lt"/>
              </a:rPr>
              <a:t>endogrupo</a:t>
            </a:r>
            <a:r>
              <a:rPr lang="es-ES" i="0" dirty="0">
                <a:solidFill>
                  <a:srgbClr val="3D3D3D"/>
                </a:solidFill>
                <a:effectLst/>
                <a:latin typeface="+mj-lt"/>
              </a:rPr>
              <a:t> esté co</a:t>
            </a:r>
            <a:r>
              <a:rPr lang="es-ES" i="0" dirty="0">
                <a:solidFill>
                  <a:srgbClr val="232423"/>
                </a:solidFill>
                <a:effectLst/>
                <a:latin typeface="+mj-lt"/>
              </a:rPr>
              <a:t>nsid</a:t>
            </a:r>
            <a:r>
              <a:rPr lang="es-ES" i="0" dirty="0">
                <a:solidFill>
                  <a:srgbClr val="3D3D3D"/>
                </a:solidFill>
                <a:effectLst/>
                <a:latin typeface="+mj-lt"/>
              </a:rPr>
              <a:t>e</a:t>
            </a:r>
            <a:r>
              <a:rPr lang="es-ES" i="0" dirty="0">
                <a:solidFill>
                  <a:srgbClr val="232423"/>
                </a:solidFill>
                <a:effectLst/>
                <a:latin typeface="+mj-lt"/>
              </a:rPr>
              <a:t>r</a:t>
            </a:r>
            <a:r>
              <a:rPr lang="es-ES" i="0" dirty="0">
                <a:solidFill>
                  <a:srgbClr val="3D3D3D"/>
                </a:solidFill>
                <a:effectLst/>
                <a:latin typeface="+mj-lt"/>
              </a:rPr>
              <a:t>a</a:t>
            </a:r>
            <a:r>
              <a:rPr lang="es-ES" i="0" dirty="0">
                <a:solidFill>
                  <a:srgbClr val="232423"/>
                </a:solidFill>
                <a:effectLst/>
                <a:latin typeface="+mj-lt"/>
              </a:rPr>
              <a:t>d</a:t>
            </a:r>
            <a:r>
              <a:rPr lang="es-ES" i="0" dirty="0">
                <a:solidFill>
                  <a:srgbClr val="3D3D3D"/>
                </a:solidFill>
                <a:effectLst/>
                <a:latin typeface="+mj-lt"/>
              </a:rPr>
              <a:t>o </a:t>
            </a:r>
            <a:r>
              <a:rPr lang="es-ES" i="0" dirty="0">
                <a:solidFill>
                  <a:srgbClr val="232423"/>
                </a:solidFill>
                <a:effectLst/>
                <a:latin typeface="+mj-lt"/>
              </a:rPr>
              <a:t>m</a:t>
            </a:r>
            <a:r>
              <a:rPr lang="es-ES" i="0" dirty="0">
                <a:solidFill>
                  <a:srgbClr val="3D3D3D"/>
                </a:solidFill>
                <a:effectLst/>
                <a:latin typeface="+mj-lt"/>
              </a:rPr>
              <a:t>e</a:t>
            </a:r>
            <a:r>
              <a:rPr lang="es-ES" i="0" dirty="0">
                <a:solidFill>
                  <a:srgbClr val="0E0F0F"/>
                </a:solidFill>
                <a:effectLst/>
                <a:latin typeface="+mj-lt"/>
              </a:rPr>
              <a:t>jor </a:t>
            </a:r>
            <a:r>
              <a:rPr lang="es-ES" i="0" dirty="0">
                <a:solidFill>
                  <a:srgbClr val="3D3D3D"/>
                </a:solidFill>
                <a:effectLst/>
                <a:latin typeface="+mj-lt"/>
              </a:rPr>
              <a:t>(</a:t>
            </a:r>
            <a:r>
              <a:rPr lang="es-ES" i="0" dirty="0">
                <a:solidFill>
                  <a:srgbClr val="232423"/>
                </a:solidFill>
                <a:effectLst/>
                <a:latin typeface="+mj-lt"/>
              </a:rPr>
              <a:t>en </a:t>
            </a:r>
            <a:r>
              <a:rPr lang="es-ES" i="0" dirty="0">
                <a:solidFill>
                  <a:srgbClr val="3D3D3D"/>
                </a:solidFill>
                <a:effectLst/>
                <a:latin typeface="+mj-lt"/>
              </a:rPr>
              <a:t>c</a:t>
            </a:r>
            <a:r>
              <a:rPr lang="es-ES" i="0" dirty="0">
                <a:solidFill>
                  <a:srgbClr val="232423"/>
                </a:solidFill>
                <a:effectLst/>
                <a:latin typeface="+mj-lt"/>
              </a:rPr>
              <a:t>uanto</a:t>
            </a:r>
            <a:r>
              <a:rPr lang="es-ES" i="0" dirty="0">
                <a:solidFill>
                  <a:srgbClr val="232423"/>
                </a:solidFill>
                <a:latin typeface="+mj-lt"/>
              </a:rPr>
              <a:t> </a:t>
            </a:r>
            <a:r>
              <a:rPr lang="es-ES" i="0" dirty="0">
                <a:solidFill>
                  <a:srgbClr val="3D3D3D"/>
                </a:solidFill>
                <a:effectLst/>
                <a:latin typeface="+mj-lt"/>
              </a:rPr>
              <a:t>a</a:t>
            </a:r>
            <a:r>
              <a:rPr lang="es-ES" i="0" dirty="0">
                <a:solidFill>
                  <a:srgbClr val="0E0F0F"/>
                </a:solidFill>
                <a:effectLst/>
                <a:latin typeface="+mj-lt"/>
              </a:rPr>
              <a:t>l </a:t>
            </a:r>
            <a:r>
              <a:rPr lang="es-ES" i="0" dirty="0">
                <a:solidFill>
                  <a:srgbClr val="3D3D3D"/>
                </a:solidFill>
                <a:effectLst/>
                <a:latin typeface="+mj-lt"/>
              </a:rPr>
              <a:t>e</a:t>
            </a:r>
            <a:r>
              <a:rPr lang="es-ES" i="0" dirty="0">
                <a:solidFill>
                  <a:srgbClr val="232423"/>
                </a:solidFill>
                <a:effectLst/>
                <a:latin typeface="+mj-lt"/>
              </a:rPr>
              <a:t>st</a:t>
            </a:r>
            <a:r>
              <a:rPr lang="es-ES" i="0" dirty="0">
                <a:solidFill>
                  <a:srgbClr val="3D3D3D"/>
                </a:solidFill>
                <a:effectLst/>
                <a:latin typeface="+mj-lt"/>
              </a:rPr>
              <a:t>a</a:t>
            </a:r>
            <a:r>
              <a:rPr lang="es-ES" i="0" dirty="0">
                <a:solidFill>
                  <a:srgbClr val="232423"/>
                </a:solidFill>
                <a:effectLst/>
                <a:latin typeface="+mj-lt"/>
              </a:rPr>
              <a:t>tu</a:t>
            </a:r>
            <a:r>
              <a:rPr lang="es-ES" i="0" dirty="0">
                <a:solidFill>
                  <a:srgbClr val="3D3D3D"/>
                </a:solidFill>
                <a:effectLst/>
                <a:latin typeface="+mj-lt"/>
              </a:rPr>
              <a:t>s, </a:t>
            </a:r>
            <a:r>
              <a:rPr lang="es-ES" i="0" dirty="0">
                <a:solidFill>
                  <a:srgbClr val="232423"/>
                </a:solidFill>
                <a:effectLst/>
                <a:latin typeface="+mj-lt"/>
              </a:rPr>
              <a:t>pr</a:t>
            </a:r>
            <a:r>
              <a:rPr lang="es-ES" i="0" dirty="0">
                <a:solidFill>
                  <a:srgbClr val="3D3D3D"/>
                </a:solidFill>
                <a:effectLst/>
                <a:latin typeface="+mj-lt"/>
              </a:rPr>
              <a:t>es</a:t>
            </a:r>
            <a:r>
              <a:rPr lang="es-ES" i="0" dirty="0">
                <a:solidFill>
                  <a:srgbClr val="232423"/>
                </a:solidFill>
                <a:effectLst/>
                <a:latin typeface="+mj-lt"/>
              </a:rPr>
              <a:t>ti</a:t>
            </a:r>
            <a:r>
              <a:rPr lang="es-ES" i="0" dirty="0">
                <a:solidFill>
                  <a:srgbClr val="3D3D3D"/>
                </a:solidFill>
                <a:effectLst/>
                <a:latin typeface="+mj-lt"/>
              </a:rPr>
              <a:t>g</a:t>
            </a:r>
            <a:r>
              <a:rPr lang="es-ES" i="0" dirty="0">
                <a:solidFill>
                  <a:srgbClr val="0E0F0F"/>
                </a:solidFill>
                <a:effectLst/>
                <a:latin typeface="+mj-lt"/>
              </a:rPr>
              <a:t>i</a:t>
            </a:r>
            <a:r>
              <a:rPr lang="es-ES" i="0" dirty="0">
                <a:solidFill>
                  <a:srgbClr val="3D3D3D"/>
                </a:solidFill>
                <a:effectLst/>
                <a:latin typeface="+mj-lt"/>
              </a:rPr>
              <a:t>o o co</a:t>
            </a:r>
            <a:r>
              <a:rPr lang="es-ES" i="0" dirty="0">
                <a:solidFill>
                  <a:srgbClr val="232423"/>
                </a:solidFill>
                <a:effectLst/>
                <a:latin typeface="+mj-lt"/>
              </a:rPr>
              <a:t>n</a:t>
            </a:r>
            <a:r>
              <a:rPr lang="es-ES" i="0" dirty="0">
                <a:solidFill>
                  <a:srgbClr val="3D3D3D"/>
                </a:solidFill>
                <a:effectLst/>
                <a:latin typeface="+mj-lt"/>
              </a:rPr>
              <a:t>s</a:t>
            </a:r>
            <a:r>
              <a:rPr lang="es-ES" i="0" dirty="0">
                <a:solidFill>
                  <a:srgbClr val="232423"/>
                </a:solidFill>
                <a:effectLst/>
                <a:latin typeface="+mj-lt"/>
              </a:rPr>
              <a:t>id</a:t>
            </a:r>
            <a:r>
              <a:rPr lang="es-ES" i="0" dirty="0">
                <a:solidFill>
                  <a:srgbClr val="3D3D3D"/>
                </a:solidFill>
                <a:effectLst/>
                <a:latin typeface="+mj-lt"/>
              </a:rPr>
              <a:t>e</a:t>
            </a:r>
            <a:r>
              <a:rPr lang="es-ES" i="0" dirty="0">
                <a:solidFill>
                  <a:srgbClr val="232423"/>
                </a:solidFill>
                <a:effectLst/>
                <a:latin typeface="+mj-lt"/>
              </a:rPr>
              <a:t>ra</a:t>
            </a:r>
            <a:r>
              <a:rPr lang="es-ES" i="0" dirty="0">
                <a:solidFill>
                  <a:srgbClr val="3D3D3D"/>
                </a:solidFill>
                <a:effectLst/>
                <a:latin typeface="+mj-lt"/>
              </a:rPr>
              <a:t>c</a:t>
            </a:r>
            <a:r>
              <a:rPr lang="es-ES" i="0" dirty="0">
                <a:solidFill>
                  <a:srgbClr val="232423"/>
                </a:solidFill>
                <a:effectLst/>
                <a:latin typeface="+mj-lt"/>
              </a:rPr>
              <a:t>ión social d</a:t>
            </a:r>
            <a:r>
              <a:rPr lang="es-ES" i="0" dirty="0">
                <a:solidFill>
                  <a:srgbClr val="3D3D3D"/>
                </a:solidFill>
                <a:effectLst/>
                <a:latin typeface="+mj-lt"/>
              </a:rPr>
              <a:t>e </a:t>
            </a:r>
            <a:r>
              <a:rPr lang="es-ES" i="0" dirty="0">
                <a:solidFill>
                  <a:srgbClr val="232423"/>
                </a:solidFill>
                <a:effectLst/>
                <a:latin typeface="+mj-lt"/>
              </a:rPr>
              <a:t>la qu</a:t>
            </a:r>
            <a:r>
              <a:rPr lang="es-ES" i="0" dirty="0">
                <a:solidFill>
                  <a:srgbClr val="3D3D3D"/>
                </a:solidFill>
                <a:effectLst/>
                <a:latin typeface="+mj-lt"/>
              </a:rPr>
              <a:t>e goza) </a:t>
            </a:r>
            <a:r>
              <a:rPr lang="es-ES" i="0" dirty="0">
                <a:solidFill>
                  <a:srgbClr val="232423"/>
                </a:solidFill>
                <a:effectLst/>
                <a:latin typeface="+mj-lt"/>
              </a:rPr>
              <a:t>qu</a:t>
            </a:r>
            <a:r>
              <a:rPr lang="es-ES" i="0" dirty="0">
                <a:solidFill>
                  <a:srgbClr val="3D3D3D"/>
                </a:solidFill>
                <a:effectLst/>
                <a:latin typeface="+mj-lt"/>
              </a:rPr>
              <a:t>e </a:t>
            </a:r>
            <a:r>
              <a:rPr lang="es-ES" i="0" dirty="0">
                <a:solidFill>
                  <a:srgbClr val="0E0F0F"/>
                </a:solidFill>
                <a:effectLst/>
                <a:latin typeface="+mj-lt"/>
              </a:rPr>
              <a:t>l</a:t>
            </a:r>
            <a:r>
              <a:rPr lang="es-ES" i="0" dirty="0">
                <a:solidFill>
                  <a:srgbClr val="3D3D3D"/>
                </a:solidFill>
                <a:effectLst/>
                <a:latin typeface="+mj-lt"/>
              </a:rPr>
              <a:t>os </a:t>
            </a:r>
            <a:r>
              <a:rPr lang="es-ES" i="0" dirty="0">
                <a:solidFill>
                  <a:srgbClr val="232423"/>
                </a:solidFill>
                <a:effectLst/>
                <a:latin typeface="+mj-lt"/>
              </a:rPr>
              <a:t>otro</a:t>
            </a:r>
            <a:r>
              <a:rPr lang="es-ES" i="0" dirty="0">
                <a:solidFill>
                  <a:srgbClr val="3D3D3D"/>
                </a:solidFill>
                <a:effectLst/>
                <a:latin typeface="+mj-lt"/>
              </a:rPr>
              <a:t>s g</a:t>
            </a:r>
            <a:r>
              <a:rPr lang="es-ES" i="0" dirty="0">
                <a:solidFill>
                  <a:srgbClr val="232423"/>
                </a:solidFill>
                <a:effectLst/>
                <a:latin typeface="+mj-lt"/>
              </a:rPr>
              <a:t>rup</a:t>
            </a:r>
            <a:r>
              <a:rPr lang="es-ES" i="0" dirty="0">
                <a:solidFill>
                  <a:srgbClr val="3D3D3D"/>
                </a:solidFill>
                <a:effectLst/>
                <a:latin typeface="+mj-lt"/>
              </a:rPr>
              <a:t>os a </a:t>
            </a:r>
            <a:r>
              <a:rPr lang="es-ES" i="0" dirty="0">
                <a:solidFill>
                  <a:srgbClr val="0E0F0F"/>
                </a:solidFill>
                <a:effectLst/>
                <a:latin typeface="+mj-lt"/>
              </a:rPr>
              <a:t>los </a:t>
            </a:r>
            <a:r>
              <a:rPr lang="es-ES" i="0" dirty="0">
                <a:solidFill>
                  <a:srgbClr val="232423"/>
                </a:solidFill>
                <a:effectLst/>
                <a:latin typeface="+mj-lt"/>
              </a:rPr>
              <a:t>qu</a:t>
            </a:r>
            <a:r>
              <a:rPr lang="es-ES" i="0" dirty="0">
                <a:solidFill>
                  <a:srgbClr val="3D3D3D"/>
                </a:solidFill>
                <a:effectLst/>
                <a:latin typeface="+mj-lt"/>
              </a:rPr>
              <a:t>e </a:t>
            </a:r>
            <a:r>
              <a:rPr lang="es-ES" i="0" dirty="0">
                <a:solidFill>
                  <a:srgbClr val="0E0F0F"/>
                </a:solidFill>
                <a:effectLst/>
                <a:latin typeface="+mj-lt"/>
              </a:rPr>
              <a:t>no </a:t>
            </a:r>
            <a:r>
              <a:rPr lang="es-ES" i="0" dirty="0">
                <a:solidFill>
                  <a:srgbClr val="232423"/>
                </a:solidFill>
                <a:effectLst/>
                <a:latin typeface="+mj-lt"/>
              </a:rPr>
              <a:t>p</a:t>
            </a:r>
            <a:r>
              <a:rPr lang="es-ES" i="0" dirty="0">
                <a:solidFill>
                  <a:srgbClr val="3D3D3D"/>
                </a:solidFill>
                <a:effectLst/>
                <a:latin typeface="+mj-lt"/>
              </a:rPr>
              <a:t>e</a:t>
            </a:r>
            <a:r>
              <a:rPr lang="es-ES" i="0" dirty="0">
                <a:solidFill>
                  <a:srgbClr val="232423"/>
                </a:solidFill>
                <a:effectLst/>
                <a:latin typeface="+mj-lt"/>
              </a:rPr>
              <a:t>rten</a:t>
            </a:r>
            <a:r>
              <a:rPr lang="es-ES" i="0" dirty="0">
                <a:solidFill>
                  <a:srgbClr val="3D3D3D"/>
                </a:solidFill>
                <a:effectLst/>
                <a:latin typeface="+mj-lt"/>
              </a:rPr>
              <a:t>ece</a:t>
            </a:r>
            <a:r>
              <a:rPr lang="es-ES" i="0" dirty="0">
                <a:solidFill>
                  <a:srgbClr val="232423"/>
                </a:solidFill>
                <a:effectLst/>
                <a:latin typeface="+mj-lt"/>
              </a:rPr>
              <a:t>mos</a:t>
            </a:r>
            <a:r>
              <a:rPr lang="es-ES" i="0" dirty="0">
                <a:solidFill>
                  <a:srgbClr val="3D3D3D"/>
                </a:solidFill>
                <a:latin typeface="+mj-lt"/>
              </a:rPr>
              <a:t> </a:t>
            </a:r>
            <a:r>
              <a:rPr lang="es-ES" i="0" dirty="0">
                <a:solidFill>
                  <a:srgbClr val="3D3D3D"/>
                </a:solidFill>
                <a:effectLst/>
                <a:latin typeface="+mj-lt"/>
              </a:rPr>
              <a:t>(exog</a:t>
            </a:r>
            <a:r>
              <a:rPr lang="es-ES" i="0" dirty="0">
                <a:solidFill>
                  <a:srgbClr val="232423"/>
                </a:solidFill>
                <a:effectLst/>
                <a:latin typeface="+mj-lt"/>
              </a:rPr>
              <a:t>rup</a:t>
            </a:r>
            <a:r>
              <a:rPr lang="es-ES" i="0" dirty="0">
                <a:solidFill>
                  <a:srgbClr val="3D3D3D"/>
                </a:solidFill>
                <a:effectLst/>
                <a:latin typeface="+mj-lt"/>
              </a:rPr>
              <a:t>os), c</a:t>
            </a:r>
            <a:r>
              <a:rPr lang="es-ES" i="0" dirty="0">
                <a:solidFill>
                  <a:srgbClr val="232423"/>
                </a:solidFill>
                <a:effectLst/>
                <a:latin typeface="+mj-lt"/>
              </a:rPr>
              <a:t>ontribuy</a:t>
            </a:r>
            <a:r>
              <a:rPr lang="es-ES" i="0" dirty="0">
                <a:solidFill>
                  <a:srgbClr val="3D3D3D"/>
                </a:solidFill>
                <a:effectLst/>
                <a:latin typeface="+mj-lt"/>
              </a:rPr>
              <a:t>e a </a:t>
            </a:r>
            <a:r>
              <a:rPr lang="es-ES" i="0" dirty="0">
                <a:solidFill>
                  <a:srgbClr val="232423"/>
                </a:solidFill>
                <a:effectLst/>
                <a:latin typeface="+mj-lt"/>
              </a:rPr>
              <a:t>r</a:t>
            </a:r>
            <a:r>
              <a:rPr lang="es-ES" i="0" dirty="0">
                <a:solidFill>
                  <a:srgbClr val="3D3D3D"/>
                </a:solidFill>
                <a:effectLst/>
                <a:latin typeface="+mj-lt"/>
              </a:rPr>
              <a:t>e</a:t>
            </a:r>
            <a:r>
              <a:rPr lang="es-ES" i="0" dirty="0">
                <a:solidFill>
                  <a:srgbClr val="232423"/>
                </a:solidFill>
                <a:effectLst/>
                <a:latin typeface="+mj-lt"/>
              </a:rPr>
              <a:t>v</a:t>
            </a:r>
            <a:r>
              <a:rPr lang="es-ES" i="0" dirty="0">
                <a:solidFill>
                  <a:srgbClr val="3D3D3D"/>
                </a:solidFill>
                <a:effectLst/>
                <a:latin typeface="+mj-lt"/>
              </a:rPr>
              <a:t>a</a:t>
            </a:r>
            <a:r>
              <a:rPr lang="es-ES" i="0" dirty="0">
                <a:solidFill>
                  <a:srgbClr val="0E0F0F"/>
                </a:solidFill>
                <a:effectLst/>
                <a:latin typeface="+mj-lt"/>
              </a:rPr>
              <a:t>lori</a:t>
            </a:r>
            <a:r>
              <a:rPr lang="es-ES" i="0" dirty="0">
                <a:solidFill>
                  <a:srgbClr val="3D3D3D"/>
                </a:solidFill>
                <a:effectLst/>
                <a:latin typeface="+mj-lt"/>
              </a:rPr>
              <a:t>z</a:t>
            </a:r>
            <a:r>
              <a:rPr lang="es-ES" i="0" dirty="0">
                <a:solidFill>
                  <a:srgbClr val="232423"/>
                </a:solidFill>
                <a:effectLst/>
                <a:latin typeface="+mj-lt"/>
              </a:rPr>
              <a:t>ar </a:t>
            </a:r>
            <a:r>
              <a:rPr lang="es-ES" i="0" dirty="0">
                <a:solidFill>
                  <a:srgbClr val="0E0F0F"/>
                </a:solidFill>
                <a:effectLst/>
                <a:latin typeface="+mj-lt"/>
              </a:rPr>
              <a:t>nuestro </a:t>
            </a:r>
            <a:r>
              <a:rPr lang="es-ES" i="0" dirty="0">
                <a:solidFill>
                  <a:srgbClr val="232423"/>
                </a:solidFill>
                <a:effectLst/>
                <a:latin typeface="+mj-lt"/>
              </a:rPr>
              <a:t>yo y </a:t>
            </a:r>
            <a:r>
              <a:rPr lang="es-ES" i="0" dirty="0">
                <a:solidFill>
                  <a:srgbClr val="3D3D3D"/>
                </a:solidFill>
                <a:effectLst/>
                <a:latin typeface="+mj-lt"/>
              </a:rPr>
              <a:t>a</a:t>
            </a:r>
            <a:r>
              <a:rPr lang="es-ES" i="0" dirty="0">
                <a:solidFill>
                  <a:srgbClr val="232423"/>
                </a:solidFill>
                <a:latin typeface="+mj-lt"/>
              </a:rPr>
              <a:t> </a:t>
            </a:r>
            <a:r>
              <a:rPr lang="es-ES" i="0" dirty="0">
                <a:solidFill>
                  <a:srgbClr val="3D3D3D"/>
                </a:solidFill>
                <a:effectLst/>
                <a:latin typeface="+mj-lt"/>
              </a:rPr>
              <a:t>a</a:t>
            </a:r>
            <a:r>
              <a:rPr lang="es-ES" i="0" dirty="0">
                <a:solidFill>
                  <a:srgbClr val="232423"/>
                </a:solidFill>
                <a:effectLst/>
                <a:latin typeface="+mj-lt"/>
              </a:rPr>
              <a:t>um</a:t>
            </a:r>
            <a:r>
              <a:rPr lang="es-ES" i="0" dirty="0">
                <a:solidFill>
                  <a:srgbClr val="3D3D3D"/>
                </a:solidFill>
                <a:effectLst/>
                <a:latin typeface="+mj-lt"/>
              </a:rPr>
              <a:t>e</a:t>
            </a:r>
            <a:r>
              <a:rPr lang="es-ES" i="0" dirty="0">
                <a:solidFill>
                  <a:srgbClr val="232423"/>
                </a:solidFill>
                <a:effectLst/>
                <a:latin typeface="+mj-lt"/>
              </a:rPr>
              <a:t>nt</a:t>
            </a:r>
            <a:r>
              <a:rPr lang="es-ES" i="0" dirty="0">
                <a:solidFill>
                  <a:srgbClr val="3D3D3D"/>
                </a:solidFill>
                <a:effectLst/>
                <a:latin typeface="+mj-lt"/>
              </a:rPr>
              <a:t>a</a:t>
            </a:r>
            <a:r>
              <a:rPr lang="es-ES" i="0" dirty="0">
                <a:solidFill>
                  <a:srgbClr val="232423"/>
                </a:solidFill>
                <a:effectLst/>
                <a:latin typeface="+mj-lt"/>
              </a:rPr>
              <a:t>r </a:t>
            </a:r>
            <a:r>
              <a:rPr lang="es-ES" i="0" dirty="0">
                <a:solidFill>
                  <a:srgbClr val="0E0F0F"/>
                </a:solidFill>
                <a:effectLst/>
                <a:latin typeface="+mj-lt"/>
              </a:rPr>
              <a:t>l</a:t>
            </a:r>
            <a:r>
              <a:rPr lang="es-ES" i="0" dirty="0">
                <a:solidFill>
                  <a:srgbClr val="3D3D3D"/>
                </a:solidFill>
                <a:effectLst/>
                <a:latin typeface="+mj-lt"/>
              </a:rPr>
              <a:t>a a</a:t>
            </a:r>
            <a:r>
              <a:rPr lang="es-ES" i="0" dirty="0">
                <a:solidFill>
                  <a:srgbClr val="0E0F0F"/>
                </a:solidFill>
                <a:effectLst/>
                <a:latin typeface="+mj-lt"/>
              </a:rPr>
              <a:t>uto</a:t>
            </a:r>
            <a:r>
              <a:rPr lang="es-ES" i="0" dirty="0">
                <a:solidFill>
                  <a:srgbClr val="3D3D3D"/>
                </a:solidFill>
                <a:effectLst/>
                <a:latin typeface="+mj-lt"/>
              </a:rPr>
              <a:t>es</a:t>
            </a:r>
            <a:r>
              <a:rPr lang="es-ES" i="0" dirty="0">
                <a:solidFill>
                  <a:srgbClr val="232423"/>
                </a:solidFill>
                <a:effectLst/>
                <a:latin typeface="+mj-lt"/>
              </a:rPr>
              <a:t>tim</a:t>
            </a:r>
            <a:r>
              <a:rPr lang="es-ES" i="0" dirty="0">
                <a:solidFill>
                  <a:srgbClr val="3D3D3D"/>
                </a:solidFill>
                <a:effectLst/>
                <a:latin typeface="+mj-lt"/>
              </a:rPr>
              <a:t>a.</a:t>
            </a:r>
          </a:p>
          <a:p>
            <a:pPr marL="0" indent="0">
              <a:buNone/>
            </a:pPr>
            <a:endParaRPr lang="es-ES" dirty="0"/>
          </a:p>
          <a:p>
            <a:pPr marL="0" indent="0">
              <a:buNone/>
            </a:pPr>
            <a:endParaRPr dirty="0"/>
          </a:p>
        </p:txBody>
      </p:sp>
    </p:spTree>
    <p:extLst>
      <p:ext uri="{BB962C8B-B14F-4D97-AF65-F5344CB8AC3E}">
        <p14:creationId xmlns:p14="http://schemas.microsoft.com/office/powerpoint/2010/main" val="42859517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618EB1-45E3-D64A-78CC-D4BC48C709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E5C7E9-09A7-BC58-D531-35FACB1DD0AA}"/>
              </a:ext>
            </a:extLst>
          </p:cNvPr>
          <p:cNvSpPr>
            <a:spLocks noGrp="1"/>
          </p:cNvSpPr>
          <p:nvPr>
            <p:ph type="title"/>
          </p:nvPr>
        </p:nvSpPr>
        <p:spPr>
          <a:xfrm>
            <a:off x="1028700" y="228600"/>
            <a:ext cx="7200900" cy="1485900"/>
          </a:xfrm>
        </p:spPr>
        <p:txBody>
          <a:bodyPr>
            <a:normAutofit/>
          </a:bodyPr>
          <a:lstStyle/>
          <a:p>
            <a:pPr algn="ctr"/>
            <a:r>
              <a:rPr lang="es-ES" sz="3200" dirty="0"/>
              <a:t>Paradigma del Grupo Mínimo</a:t>
            </a:r>
            <a:endParaRPr sz="3200" dirty="0"/>
          </a:p>
        </p:txBody>
      </p:sp>
      <p:sp>
        <p:nvSpPr>
          <p:cNvPr id="3" name="Content Placeholder 2">
            <a:extLst>
              <a:ext uri="{FF2B5EF4-FFF2-40B4-BE49-F238E27FC236}">
                <a16:creationId xmlns:a16="http://schemas.microsoft.com/office/drawing/2014/main" id="{2A985F7F-12DA-53C4-82AD-99DAA95DA9BF}"/>
              </a:ext>
            </a:extLst>
          </p:cNvPr>
          <p:cNvSpPr>
            <a:spLocks noGrp="1"/>
          </p:cNvSpPr>
          <p:nvPr>
            <p:ph idx="1"/>
          </p:nvPr>
        </p:nvSpPr>
        <p:spPr>
          <a:xfrm>
            <a:off x="1028700" y="2511552"/>
            <a:ext cx="7566660" cy="4230624"/>
          </a:xfrm>
        </p:spPr>
        <p:txBody>
          <a:bodyPr>
            <a:normAutofit/>
          </a:bodyPr>
          <a:lstStyle/>
          <a:p>
            <a:pPr marL="0" indent="0" algn="ctr">
              <a:lnSpc>
                <a:spcPct val="120000"/>
              </a:lnSpc>
              <a:buNone/>
            </a:pPr>
            <a:r>
              <a:rPr lang="es-ES" sz="2800" i="0" dirty="0">
                <a:solidFill>
                  <a:srgbClr val="232423"/>
                </a:solidFill>
                <a:latin typeface="+mj-lt"/>
              </a:rPr>
              <a:t>¿Qué habéis sentido que os unía al grupo?</a:t>
            </a:r>
          </a:p>
          <a:p>
            <a:pPr algn="just">
              <a:lnSpc>
                <a:spcPct val="120000"/>
              </a:lnSpc>
              <a:buFont typeface="Arial" panose="020B0604020202020204" pitchFamily="34" charset="0"/>
              <a:buChar char="•"/>
            </a:pPr>
            <a:endParaRPr lang="es-ES" i="0" dirty="0">
              <a:solidFill>
                <a:srgbClr val="3D3D3D"/>
              </a:solidFill>
              <a:effectLst/>
              <a:latin typeface="+mj-lt"/>
            </a:endParaRPr>
          </a:p>
          <a:p>
            <a:pPr marL="0" indent="0">
              <a:buNone/>
            </a:pPr>
            <a:endParaRPr lang="es-ES" dirty="0"/>
          </a:p>
          <a:p>
            <a:pPr marL="0" indent="0">
              <a:buNone/>
            </a:pPr>
            <a:endParaRPr dirty="0"/>
          </a:p>
        </p:txBody>
      </p:sp>
    </p:spTree>
    <p:extLst>
      <p:ext uri="{BB962C8B-B14F-4D97-AF65-F5344CB8AC3E}">
        <p14:creationId xmlns:p14="http://schemas.microsoft.com/office/powerpoint/2010/main" val="30711810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D12C08-8284-0FF1-75A5-682EE44F27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9BBBF0-574B-BB9F-ACF1-33FE8AE9CC23}"/>
              </a:ext>
            </a:extLst>
          </p:cNvPr>
          <p:cNvSpPr>
            <a:spLocks noGrp="1"/>
          </p:cNvSpPr>
          <p:nvPr>
            <p:ph type="title"/>
          </p:nvPr>
        </p:nvSpPr>
        <p:spPr>
          <a:xfrm>
            <a:off x="1028700" y="228600"/>
            <a:ext cx="7200900" cy="1485900"/>
          </a:xfrm>
        </p:spPr>
        <p:txBody>
          <a:bodyPr>
            <a:normAutofit/>
          </a:bodyPr>
          <a:lstStyle/>
          <a:p>
            <a:pPr algn="ctr"/>
            <a:r>
              <a:rPr lang="es-ES" sz="3200" dirty="0"/>
              <a:t>Paradigma del Grupo Mínimo</a:t>
            </a:r>
            <a:endParaRPr sz="3200" dirty="0"/>
          </a:p>
        </p:txBody>
      </p:sp>
      <p:sp>
        <p:nvSpPr>
          <p:cNvPr id="3" name="Content Placeholder 2">
            <a:extLst>
              <a:ext uri="{FF2B5EF4-FFF2-40B4-BE49-F238E27FC236}">
                <a16:creationId xmlns:a16="http://schemas.microsoft.com/office/drawing/2014/main" id="{3B786020-C213-3F6A-9B4B-B9DA334F31D9}"/>
              </a:ext>
            </a:extLst>
          </p:cNvPr>
          <p:cNvSpPr>
            <a:spLocks noGrp="1"/>
          </p:cNvSpPr>
          <p:nvPr>
            <p:ph idx="1"/>
          </p:nvPr>
        </p:nvSpPr>
        <p:spPr>
          <a:xfrm>
            <a:off x="658368" y="877824"/>
            <a:ext cx="8235696" cy="5864352"/>
          </a:xfrm>
        </p:spPr>
        <p:txBody>
          <a:bodyPr>
            <a:noAutofit/>
          </a:bodyPr>
          <a:lstStyle/>
          <a:p>
            <a:pPr algn="just">
              <a:lnSpc>
                <a:spcPct val="120000"/>
              </a:lnSpc>
              <a:buFont typeface="Arial" panose="020B0604020202020204" pitchFamily="34" charset="0"/>
              <a:buChar char="•"/>
            </a:pPr>
            <a:r>
              <a:rPr lang="es-ES" sz="1500" i="0" dirty="0">
                <a:solidFill>
                  <a:srgbClr val="232423"/>
                </a:solidFill>
              </a:rPr>
              <a:t>El paradigma del Grupo Mínimo dice que aunque la razón por la que se crean los grupos sea totalmente aleatoria y sin ningún razonamiento, igualmente generamos la preferencia hacia nuestro </a:t>
            </a:r>
            <a:r>
              <a:rPr lang="es-ES" sz="1500" i="0" dirty="0" err="1">
                <a:solidFill>
                  <a:srgbClr val="232423"/>
                </a:solidFill>
              </a:rPr>
              <a:t>endogrupo</a:t>
            </a:r>
            <a:r>
              <a:rPr lang="es-ES" sz="1500" i="0" dirty="0">
                <a:solidFill>
                  <a:srgbClr val="232423"/>
                </a:solidFill>
              </a:rPr>
              <a:t>.</a:t>
            </a:r>
          </a:p>
          <a:p>
            <a:pPr algn="just">
              <a:lnSpc>
                <a:spcPct val="120000"/>
              </a:lnSpc>
              <a:buFont typeface="Arial" panose="020B0604020202020204" pitchFamily="34" charset="0"/>
              <a:buChar char="•"/>
            </a:pPr>
            <a:r>
              <a:rPr lang="es-ES" sz="1500" dirty="0">
                <a:solidFill>
                  <a:srgbClr val="232423"/>
                </a:solidFill>
              </a:rPr>
              <a:t>Posibles razones:</a:t>
            </a:r>
          </a:p>
          <a:p>
            <a:pPr lvl="1">
              <a:lnSpc>
                <a:spcPct val="120000"/>
              </a:lnSpc>
              <a:buFont typeface="Arial" panose="020B0604020202020204" pitchFamily="34" charset="0"/>
              <a:buChar char="•"/>
            </a:pPr>
            <a:r>
              <a:rPr lang="es-ES" sz="1500" b="1" i="0" dirty="0"/>
              <a:t>Categorización social:</a:t>
            </a:r>
            <a:r>
              <a:rPr lang="es-ES" sz="1500" i="0" dirty="0"/>
              <a:t> El proceso cognitivo natural de clasificar a las personas en grupos puede generar sesgo hacia el exogrupo. </a:t>
            </a:r>
          </a:p>
          <a:p>
            <a:pPr lvl="1">
              <a:lnSpc>
                <a:spcPct val="120000"/>
              </a:lnSpc>
              <a:buFont typeface="Arial" panose="020B0604020202020204" pitchFamily="34" charset="0"/>
              <a:buChar char="•"/>
            </a:pPr>
            <a:r>
              <a:rPr lang="es-ES" sz="1500" b="1" i="0" dirty="0"/>
              <a:t>Competencia por los recursos:</a:t>
            </a:r>
            <a:r>
              <a:rPr lang="es-ES" sz="1500" i="0" dirty="0"/>
              <a:t> Las perspectivas históricas y evolutivas sugieren que la competencia por recursos escasos puede alimentar los sesgos entre grupos. Los grupos pueden priorizar su propia supervivencia e intereses sobre los de otros.</a:t>
            </a:r>
          </a:p>
          <a:p>
            <a:pPr lvl="1">
              <a:lnSpc>
                <a:spcPct val="120000"/>
              </a:lnSpc>
              <a:buFont typeface="Arial" panose="020B0604020202020204" pitchFamily="34" charset="0"/>
              <a:buChar char="•"/>
            </a:pPr>
            <a:r>
              <a:rPr lang="es-ES" sz="1500" b="1" i="0" dirty="0"/>
              <a:t>Deseo de una autoimagen positiva:</a:t>
            </a:r>
            <a:r>
              <a:rPr lang="es-ES" sz="1500" i="0" dirty="0"/>
              <a:t> La teoría de la identidad social plantea que las personas buscan aumentar su autoestima a través de sus pertenencias grupales. Discriminar al exogrupo puede inflar artificialmente el estatus del </a:t>
            </a:r>
            <a:r>
              <a:rPr lang="es-ES" sz="1500" i="0" dirty="0" err="1"/>
              <a:t>endogrupo</a:t>
            </a:r>
            <a:r>
              <a:rPr lang="es-ES" sz="1500" i="0" dirty="0"/>
              <a:t>.</a:t>
            </a:r>
          </a:p>
          <a:p>
            <a:pPr lvl="1">
              <a:lnSpc>
                <a:spcPct val="120000"/>
              </a:lnSpc>
              <a:buFont typeface="Arial" panose="020B0604020202020204" pitchFamily="34" charset="0"/>
              <a:buChar char="•"/>
            </a:pPr>
            <a:r>
              <a:rPr lang="es-ES" sz="1500" b="1" i="0" dirty="0"/>
              <a:t>Falta de empatía:</a:t>
            </a:r>
            <a:r>
              <a:rPr lang="es-ES" sz="1500" i="0" dirty="0"/>
              <a:t> Un aumento de la empatía hacia los miembros del </a:t>
            </a:r>
            <a:r>
              <a:rPr lang="es-ES" sz="1500" i="0" dirty="0" err="1"/>
              <a:t>endogrupo</a:t>
            </a:r>
            <a:r>
              <a:rPr lang="es-ES" sz="1500" i="0" dirty="0"/>
              <a:t>, combinado con una disminución de la empatía hacia los miembros del exogrupo, puede generar comportamientos sesgados y discriminación.</a:t>
            </a:r>
          </a:p>
          <a:p>
            <a:pPr lvl="1">
              <a:lnSpc>
                <a:spcPct val="120000"/>
              </a:lnSpc>
              <a:buFont typeface="Arial" panose="020B0604020202020204" pitchFamily="34" charset="0"/>
              <a:buChar char="•"/>
            </a:pPr>
            <a:r>
              <a:rPr lang="es-ES" sz="1500" b="1" i="0" dirty="0"/>
              <a:t>Estereotipos y suposiciones:</a:t>
            </a:r>
            <a:r>
              <a:rPr lang="es-ES" sz="1500" i="0" dirty="0"/>
              <a:t> Los exogrupos suelen ser objeto de percepciones simplificadas y generalizadas debido a la falta de conocimiento cercano sobre sus normas y valores.</a:t>
            </a:r>
            <a:endParaRPr lang="es-ES" sz="1500" i="0" dirty="0">
              <a:solidFill>
                <a:srgbClr val="3D3D3D"/>
              </a:solidFill>
              <a:effectLst/>
            </a:endParaRPr>
          </a:p>
        </p:txBody>
      </p:sp>
    </p:spTree>
    <p:extLst>
      <p:ext uri="{BB962C8B-B14F-4D97-AF65-F5344CB8AC3E}">
        <p14:creationId xmlns:p14="http://schemas.microsoft.com/office/powerpoint/2010/main" val="26482993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B1513B-F8D3-8BCA-2A31-E67F4AFD22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B33DAD-68F5-26AB-9849-D8DF553CC3E4}"/>
              </a:ext>
            </a:extLst>
          </p:cNvPr>
          <p:cNvSpPr>
            <a:spLocks noGrp="1"/>
          </p:cNvSpPr>
          <p:nvPr>
            <p:ph type="title"/>
          </p:nvPr>
        </p:nvSpPr>
        <p:spPr>
          <a:xfrm>
            <a:off x="1028700" y="228600"/>
            <a:ext cx="7200900" cy="1485900"/>
          </a:xfrm>
        </p:spPr>
        <p:txBody>
          <a:bodyPr>
            <a:normAutofit/>
          </a:bodyPr>
          <a:lstStyle/>
          <a:p>
            <a:pPr algn="ctr"/>
            <a:r>
              <a:rPr lang="es-ES" sz="3200" dirty="0"/>
              <a:t>Teoría de la Autocategorización del Yo </a:t>
            </a:r>
            <a:endParaRPr sz="3200" dirty="0"/>
          </a:p>
        </p:txBody>
      </p:sp>
      <p:sp>
        <p:nvSpPr>
          <p:cNvPr id="3" name="Content Placeholder 2">
            <a:extLst>
              <a:ext uri="{FF2B5EF4-FFF2-40B4-BE49-F238E27FC236}">
                <a16:creationId xmlns:a16="http://schemas.microsoft.com/office/drawing/2014/main" id="{623F506A-59B6-F37B-0E1D-4B4EE3BC025A}"/>
              </a:ext>
            </a:extLst>
          </p:cNvPr>
          <p:cNvSpPr>
            <a:spLocks noGrp="1"/>
          </p:cNvSpPr>
          <p:nvPr>
            <p:ph idx="1"/>
          </p:nvPr>
        </p:nvSpPr>
        <p:spPr>
          <a:xfrm>
            <a:off x="1095756" y="1292352"/>
            <a:ext cx="7566660" cy="4773168"/>
          </a:xfrm>
        </p:spPr>
        <p:txBody>
          <a:bodyPr>
            <a:normAutofit/>
          </a:bodyPr>
          <a:lstStyle/>
          <a:p>
            <a:pPr marL="0" indent="0" algn="ctr">
              <a:lnSpc>
                <a:spcPct val="120000"/>
              </a:lnSpc>
              <a:buNone/>
            </a:pPr>
            <a:r>
              <a:rPr lang="es-ES" sz="2400" i="0" dirty="0">
                <a:solidFill>
                  <a:srgbClr val="232423"/>
                </a:solidFill>
                <a:latin typeface="+mj-lt"/>
              </a:rPr>
              <a:t>¿Cuando </a:t>
            </a:r>
            <a:r>
              <a:rPr lang="es-ES" sz="2400" i="0" dirty="0" err="1">
                <a:solidFill>
                  <a:srgbClr val="232423"/>
                </a:solidFill>
                <a:latin typeface="+mj-lt"/>
              </a:rPr>
              <a:t>valorábais</a:t>
            </a:r>
            <a:r>
              <a:rPr lang="es-ES" sz="2400" i="0" dirty="0">
                <a:solidFill>
                  <a:srgbClr val="232423"/>
                </a:solidFill>
                <a:latin typeface="+mj-lt"/>
              </a:rPr>
              <a:t> a los demás grupos, </a:t>
            </a:r>
            <a:r>
              <a:rPr lang="es-ES" sz="2400" i="0" dirty="0" err="1">
                <a:solidFill>
                  <a:srgbClr val="232423"/>
                </a:solidFill>
                <a:latin typeface="+mj-lt"/>
              </a:rPr>
              <a:t>estábais</a:t>
            </a:r>
            <a:r>
              <a:rPr lang="es-ES" sz="2400" i="0" dirty="0">
                <a:solidFill>
                  <a:srgbClr val="232423"/>
                </a:solidFill>
                <a:latin typeface="+mj-lt"/>
              </a:rPr>
              <a:t> pensando en vosotros de forma individual? </a:t>
            </a:r>
          </a:p>
          <a:p>
            <a:pPr marL="0" indent="0" algn="ctr">
              <a:lnSpc>
                <a:spcPct val="120000"/>
              </a:lnSpc>
              <a:buNone/>
            </a:pPr>
            <a:endParaRPr lang="es-ES" sz="2400" i="0" dirty="0">
              <a:solidFill>
                <a:srgbClr val="232423"/>
              </a:solidFill>
              <a:latin typeface="+mj-lt"/>
            </a:endParaRPr>
          </a:p>
          <a:p>
            <a:pPr marL="0" indent="0" algn="ctr">
              <a:lnSpc>
                <a:spcPct val="120000"/>
              </a:lnSpc>
              <a:buNone/>
            </a:pPr>
            <a:r>
              <a:rPr lang="es-ES" sz="2400" i="0" dirty="0">
                <a:solidFill>
                  <a:srgbClr val="232423"/>
                </a:solidFill>
                <a:latin typeface="+mj-lt"/>
              </a:rPr>
              <a:t>¿</a:t>
            </a:r>
            <a:r>
              <a:rPr lang="es-ES" sz="2400" dirty="0" err="1">
                <a:solidFill>
                  <a:srgbClr val="232423"/>
                </a:solidFill>
                <a:latin typeface="+mj-lt"/>
              </a:rPr>
              <a:t>Pensábais</a:t>
            </a:r>
            <a:r>
              <a:rPr lang="es-ES" sz="2400" dirty="0">
                <a:solidFill>
                  <a:srgbClr val="232423"/>
                </a:solidFill>
                <a:latin typeface="+mj-lt"/>
              </a:rPr>
              <a:t> e</a:t>
            </a:r>
            <a:r>
              <a:rPr lang="es-ES" sz="2400" i="0" dirty="0">
                <a:solidFill>
                  <a:srgbClr val="232423"/>
                </a:solidFill>
                <a:latin typeface="+mj-lt"/>
              </a:rPr>
              <a:t>n las personas de los otros grupos de forma individual o como un grupo indefinido de “otros”?</a:t>
            </a:r>
          </a:p>
          <a:p>
            <a:pPr marL="0" indent="0" algn="ctr">
              <a:lnSpc>
                <a:spcPct val="120000"/>
              </a:lnSpc>
              <a:buNone/>
            </a:pPr>
            <a:endParaRPr lang="es-ES" sz="2400" i="0" dirty="0">
              <a:solidFill>
                <a:srgbClr val="232423"/>
              </a:solidFill>
              <a:latin typeface="+mj-lt"/>
            </a:endParaRPr>
          </a:p>
          <a:p>
            <a:pPr marL="0" indent="0" algn="ctr">
              <a:lnSpc>
                <a:spcPct val="120000"/>
              </a:lnSpc>
              <a:buNone/>
            </a:pPr>
            <a:r>
              <a:rPr lang="es-ES" sz="2400" dirty="0">
                <a:solidFill>
                  <a:srgbClr val="232423"/>
                </a:solidFill>
                <a:latin typeface="+mj-lt"/>
              </a:rPr>
              <a:t>¿A alguien se le ocurrió que podíais colaborar como un único grupo en una única torre?</a:t>
            </a:r>
            <a:endParaRPr lang="es-ES" sz="2400" i="0" dirty="0">
              <a:solidFill>
                <a:srgbClr val="232423"/>
              </a:solidFill>
              <a:latin typeface="+mj-lt"/>
            </a:endParaRPr>
          </a:p>
          <a:p>
            <a:pPr algn="just">
              <a:lnSpc>
                <a:spcPct val="120000"/>
              </a:lnSpc>
              <a:buFont typeface="Arial" panose="020B0604020202020204" pitchFamily="34" charset="0"/>
              <a:buChar char="•"/>
            </a:pPr>
            <a:endParaRPr lang="es-ES" i="0" dirty="0">
              <a:solidFill>
                <a:srgbClr val="3D3D3D"/>
              </a:solidFill>
              <a:effectLst/>
              <a:latin typeface="+mj-lt"/>
            </a:endParaRPr>
          </a:p>
          <a:p>
            <a:pPr marL="0" indent="0">
              <a:buNone/>
            </a:pPr>
            <a:endParaRPr lang="es-ES" dirty="0"/>
          </a:p>
          <a:p>
            <a:pPr marL="0" indent="0">
              <a:buNone/>
            </a:pPr>
            <a:endParaRPr dirty="0"/>
          </a:p>
        </p:txBody>
      </p:sp>
    </p:spTree>
    <p:extLst>
      <p:ext uri="{BB962C8B-B14F-4D97-AF65-F5344CB8AC3E}">
        <p14:creationId xmlns:p14="http://schemas.microsoft.com/office/powerpoint/2010/main" val="4433469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83422" y="-89210"/>
            <a:ext cx="7200900" cy="1485900"/>
          </a:xfrm>
        </p:spPr>
        <p:txBody>
          <a:bodyPr>
            <a:normAutofit/>
          </a:bodyPr>
          <a:lstStyle/>
          <a:p>
            <a:pPr algn="ctr"/>
            <a:r>
              <a:rPr lang="es-ES" sz="3200" dirty="0"/>
              <a:t>Teoría de la Autocategorización del Yo (Turner et al., 1987)</a:t>
            </a:r>
            <a:endParaRPr sz="3200" dirty="0"/>
          </a:p>
        </p:txBody>
      </p:sp>
      <p:sp>
        <p:nvSpPr>
          <p:cNvPr id="3" name="Content Placeholder 2"/>
          <p:cNvSpPr>
            <a:spLocks noGrp="1"/>
          </p:cNvSpPr>
          <p:nvPr>
            <p:ph idx="1"/>
          </p:nvPr>
        </p:nvSpPr>
        <p:spPr>
          <a:xfrm>
            <a:off x="529682" y="742950"/>
            <a:ext cx="8508381" cy="6568068"/>
          </a:xfrm>
        </p:spPr>
        <p:txBody>
          <a:bodyPr>
            <a:normAutofit fontScale="92500" lnSpcReduction="10000"/>
          </a:bodyPr>
          <a:lstStyle/>
          <a:p>
            <a:pPr>
              <a:lnSpc>
                <a:spcPct val="120000"/>
              </a:lnSpc>
              <a:buFont typeface="Arial" panose="020B0604020202020204" pitchFamily="34" charset="0"/>
              <a:buChar char="•"/>
            </a:pPr>
            <a:r>
              <a:rPr lang="es-ES" dirty="0"/>
              <a:t>Plantea una explicación a qué puede hacer que nos categoricemos mediante nuestra identidad personal o social.</a:t>
            </a:r>
          </a:p>
          <a:p>
            <a:pPr>
              <a:lnSpc>
                <a:spcPct val="120000"/>
              </a:lnSpc>
              <a:buFont typeface="Arial" panose="020B0604020202020204" pitchFamily="34" charset="0"/>
              <a:buChar char="•"/>
            </a:pPr>
            <a:r>
              <a:rPr lang="es-ES" dirty="0"/>
              <a:t>Predominio de la identidad personal cuando el contexto no enfatiza categorías grupales. En situaciones neutrales o que enfatizan la singularidad —por ejemplo, una entrevista de trabajo, una tarea individual o un entorno donde no hay marcadores de grupo visibles— las personas tienden a definirse según sus atributos personales (gustos, capacidades, rasgos).</a:t>
            </a:r>
          </a:p>
          <a:p>
            <a:pPr>
              <a:lnSpc>
                <a:spcPct val="120000"/>
              </a:lnSpc>
              <a:buFont typeface="Arial" panose="020B0604020202020204" pitchFamily="34" charset="0"/>
              <a:buChar char="•"/>
            </a:pPr>
            <a:r>
              <a:rPr lang="es-ES" dirty="0"/>
              <a:t>Las personas tienen diferentes predisposiciones a identificarse con ciertos grupos (p. ej., un equipo de fútbol, una nacionalidad, un movimiento social). Cuando el contexto refuerza esa categoría —por ejemplo, entrar en un estadio lleno de aficionados, participar en una protesta o escuchar un discurso que marca diferencias entre “nosotros” y “ellos”— esa identidad se vuelve saliente y guía la percepción y la conducta.</a:t>
            </a:r>
          </a:p>
          <a:p>
            <a:pPr>
              <a:lnSpc>
                <a:spcPct val="120000"/>
              </a:lnSpc>
              <a:buFont typeface="Arial" panose="020B0604020202020204" pitchFamily="34" charset="0"/>
              <a:buChar char="•"/>
            </a:pPr>
            <a:r>
              <a:rPr lang="es-ES" dirty="0"/>
              <a:t>Cuando la identidad social domina, se activan los prototipos del grupo (sus valores, normas y estilo de actuar).</a:t>
            </a:r>
          </a:p>
          <a:p>
            <a:pPr>
              <a:lnSpc>
                <a:spcPct val="120000"/>
              </a:lnSpc>
              <a:buFont typeface="Arial" panose="020B0604020202020204" pitchFamily="34" charset="0"/>
              <a:buChar char="•"/>
            </a:pPr>
            <a:r>
              <a:rPr lang="es-ES" dirty="0"/>
              <a:t>Esto genera despersonalización, es decir: la persona actúa menos según sus rasgos individuales y más según lo que “el grupo haría” en esa situación.</a:t>
            </a:r>
            <a:endParaRPr lang="es-ES" i="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7AABE7-C396-0BF5-87E2-10FAE74DD3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C74D05-CEB0-ADE6-0CCC-2B253FF85955}"/>
              </a:ext>
            </a:extLst>
          </p:cNvPr>
          <p:cNvSpPr>
            <a:spLocks noGrp="1"/>
          </p:cNvSpPr>
          <p:nvPr>
            <p:ph type="title"/>
          </p:nvPr>
        </p:nvSpPr>
        <p:spPr>
          <a:xfrm>
            <a:off x="971550" y="-85028"/>
            <a:ext cx="7200900" cy="1485900"/>
          </a:xfrm>
        </p:spPr>
        <p:txBody>
          <a:bodyPr/>
          <a:lstStyle/>
          <a:p>
            <a:pPr algn="ctr"/>
            <a:r>
              <a:rPr lang="es-ES" dirty="0"/>
              <a:t>Ideas Clave</a:t>
            </a:r>
            <a:endParaRPr dirty="0"/>
          </a:p>
        </p:txBody>
      </p:sp>
      <p:sp>
        <p:nvSpPr>
          <p:cNvPr id="3" name="Content Placeholder 2">
            <a:extLst>
              <a:ext uri="{FF2B5EF4-FFF2-40B4-BE49-F238E27FC236}">
                <a16:creationId xmlns:a16="http://schemas.microsoft.com/office/drawing/2014/main" id="{1599503C-D4F8-9878-8104-9A1ABC9E6C3D}"/>
              </a:ext>
            </a:extLst>
          </p:cNvPr>
          <p:cNvSpPr>
            <a:spLocks noGrp="1"/>
          </p:cNvSpPr>
          <p:nvPr>
            <p:ph idx="1"/>
          </p:nvPr>
        </p:nvSpPr>
        <p:spPr>
          <a:xfrm>
            <a:off x="501805" y="356838"/>
            <a:ext cx="8508380" cy="6300439"/>
          </a:xfrm>
        </p:spPr>
        <p:txBody>
          <a:bodyPr>
            <a:noAutofit/>
          </a:bodyPr>
          <a:lstStyle/>
          <a:p>
            <a:pPr>
              <a:lnSpc>
                <a:spcPct val="120000"/>
              </a:lnSpc>
              <a:buFont typeface="Arial" panose="020B0604020202020204" pitchFamily="34" charset="0"/>
              <a:buChar char="•"/>
            </a:pPr>
            <a:r>
              <a:rPr lang="es-ES" sz="1900" dirty="0"/>
              <a:t>Nuestra identidad individual está influida por nuestras identidades sociales. </a:t>
            </a:r>
          </a:p>
          <a:p>
            <a:pPr lvl="1">
              <a:lnSpc>
                <a:spcPct val="120000"/>
              </a:lnSpc>
              <a:buFont typeface="Arial" panose="020B0604020202020204" pitchFamily="34" charset="0"/>
              <a:buChar char="•"/>
            </a:pPr>
            <a:r>
              <a:rPr lang="es-ES" sz="1900" i="0" dirty="0"/>
              <a:t>Nos vemos a nosotros mismos no solo como individuos, sino también como miembros de grupos.</a:t>
            </a:r>
          </a:p>
          <a:p>
            <a:pPr lvl="1">
              <a:lnSpc>
                <a:spcPct val="120000"/>
              </a:lnSpc>
              <a:buFont typeface="Arial" panose="020B0604020202020204" pitchFamily="34" charset="0"/>
              <a:buChar char="•"/>
            </a:pPr>
            <a:r>
              <a:rPr lang="es-ES" sz="1900" i="0" dirty="0"/>
              <a:t>La valoración de esos grupos afecta a nuestra autoestima.</a:t>
            </a:r>
            <a:endParaRPr lang="es-ES" sz="1900" dirty="0"/>
          </a:p>
          <a:p>
            <a:pPr>
              <a:lnSpc>
                <a:spcPct val="120000"/>
              </a:lnSpc>
              <a:buFont typeface="Arial" panose="020B0604020202020204" pitchFamily="34" charset="0"/>
              <a:buChar char="•"/>
            </a:pPr>
            <a:r>
              <a:rPr lang="es-ES" sz="1900" dirty="0"/>
              <a:t>Basta una división arbitraria para que surjan favoritismo y comparación entre grupos (Tajfel)</a:t>
            </a:r>
          </a:p>
          <a:p>
            <a:pPr lvl="1">
              <a:lnSpc>
                <a:spcPct val="120000"/>
              </a:lnSpc>
              <a:buFont typeface="Arial" panose="020B0604020202020204" pitchFamily="34" charset="0"/>
              <a:buChar char="•"/>
            </a:pPr>
            <a:r>
              <a:rPr lang="es-ES" sz="1900" i="0" dirty="0"/>
              <a:t>Incluso sin historia, incentivos o diferencias reales, tendemos a favorecer a nuestro </a:t>
            </a:r>
            <a:r>
              <a:rPr lang="es-ES" sz="1900" i="0" dirty="0" err="1"/>
              <a:t>endogrupo</a:t>
            </a:r>
            <a:r>
              <a:rPr lang="es-ES" sz="1900" i="0" dirty="0"/>
              <a:t>.</a:t>
            </a:r>
            <a:endParaRPr lang="es-ES" sz="1900" dirty="0"/>
          </a:p>
          <a:p>
            <a:pPr>
              <a:lnSpc>
                <a:spcPct val="120000"/>
              </a:lnSpc>
              <a:buFont typeface="Arial" panose="020B0604020202020204" pitchFamily="34" charset="0"/>
              <a:buChar char="•"/>
            </a:pPr>
            <a:r>
              <a:rPr lang="es-ES" sz="1900" dirty="0"/>
              <a:t>La identidad que guía nuestro comportamiento depende de su saliencia.</a:t>
            </a:r>
          </a:p>
          <a:p>
            <a:pPr lvl="1">
              <a:lnSpc>
                <a:spcPct val="120000"/>
              </a:lnSpc>
              <a:buFont typeface="Arial" panose="020B0604020202020204" pitchFamily="34" charset="0"/>
              <a:buChar char="•"/>
            </a:pPr>
            <a:r>
              <a:rPr lang="es-ES" sz="1900" i="0" dirty="0"/>
              <a:t>Es decir, de cuál es la identidad más relevante para interpretar la situación en ese momento.</a:t>
            </a:r>
            <a:endParaRPr lang="es-ES" sz="1900" dirty="0"/>
          </a:p>
          <a:p>
            <a:pPr>
              <a:lnSpc>
                <a:spcPct val="120000"/>
              </a:lnSpc>
              <a:buFont typeface="Arial" panose="020B0604020202020204" pitchFamily="34" charset="0"/>
              <a:buChar char="•"/>
            </a:pPr>
            <a:r>
              <a:rPr lang="es-ES" sz="1900" dirty="0"/>
              <a:t>Cuando un prototipo grupal se forma (nombre, logo, lema), empezamos a actuar según él (Turner).</a:t>
            </a:r>
          </a:p>
          <a:p>
            <a:pPr lvl="1">
              <a:lnSpc>
                <a:spcPct val="120000"/>
              </a:lnSpc>
              <a:buFont typeface="Arial" panose="020B0604020202020204" pitchFamily="34" charset="0"/>
              <a:buChar char="•"/>
            </a:pPr>
            <a:r>
              <a:rPr lang="es-ES" sz="1900" i="0" dirty="0"/>
              <a:t>La identidad grupal se vuelve más importante que la identidad individual y nos comportamos como miembros del grupo, no como individuos aislados (despersonalización</a:t>
            </a:r>
            <a:r>
              <a:rPr lang="es-ES" i="0" dirty="0"/>
              <a:t>).</a:t>
            </a:r>
          </a:p>
        </p:txBody>
      </p:sp>
    </p:spTree>
    <p:extLst>
      <p:ext uri="{BB962C8B-B14F-4D97-AF65-F5344CB8AC3E}">
        <p14:creationId xmlns:p14="http://schemas.microsoft.com/office/powerpoint/2010/main" val="23665254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550" y="306659"/>
            <a:ext cx="7200900" cy="1485900"/>
          </a:xfrm>
        </p:spPr>
        <p:txBody>
          <a:bodyPr>
            <a:normAutofit/>
          </a:bodyPr>
          <a:lstStyle/>
          <a:p>
            <a:pPr algn="ctr"/>
            <a:r>
              <a:rPr lang="es-ES" sz="3200" dirty="0"/>
              <a:t>Reflexiones Finales</a:t>
            </a:r>
            <a:endParaRPr sz="3200" dirty="0"/>
          </a:p>
        </p:txBody>
      </p:sp>
      <p:sp>
        <p:nvSpPr>
          <p:cNvPr id="3" name="Content Placeholder 2"/>
          <p:cNvSpPr>
            <a:spLocks noGrp="1"/>
          </p:cNvSpPr>
          <p:nvPr>
            <p:ph idx="1"/>
          </p:nvPr>
        </p:nvSpPr>
        <p:spPr>
          <a:xfrm>
            <a:off x="1218270" y="2265093"/>
            <a:ext cx="7290109" cy="3466634"/>
          </a:xfrm>
        </p:spPr>
        <p:txBody>
          <a:bodyPr>
            <a:normAutofit/>
          </a:bodyPr>
          <a:lstStyle/>
          <a:p>
            <a:pPr>
              <a:buFont typeface="Arial" panose="020B0604020202020204" pitchFamily="34" charset="0"/>
              <a:buChar char="•"/>
            </a:pPr>
            <a:endParaRPr lang="es-ES" dirty="0"/>
          </a:p>
          <a:p>
            <a:pPr marL="0" indent="0">
              <a:buNone/>
            </a:pPr>
            <a:r>
              <a:rPr dirty="0"/>
              <a:t>¿</a:t>
            </a:r>
            <a:r>
              <a:rPr dirty="0" err="1"/>
              <a:t>Cómo</a:t>
            </a:r>
            <a:r>
              <a:rPr dirty="0"/>
              <a:t> </a:t>
            </a:r>
            <a:r>
              <a:rPr lang="es-ES" dirty="0"/>
              <a:t>creéis que la teoría de la Identidad Social y el Paradigma del Grupo Mínimo puede aplicarse a otras situaciones a nivel social</a:t>
            </a:r>
            <a:r>
              <a:rPr dirty="0"/>
              <a:t>?</a:t>
            </a:r>
            <a:endParaRPr lang="es-ES" dirty="0"/>
          </a:p>
          <a:p>
            <a:pPr marL="0" indent="0">
              <a:buNone/>
            </a:pPr>
            <a:r>
              <a:rPr lang="es-ES" dirty="0"/>
              <a:t>¿Creéis que nos puede ayudar a explicar fenómenos sociales y políticos? ¿Por ejemplo?</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B681E9-3AD3-ADBF-E315-EFE4297CC1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1A5AC5-1221-C730-1DCD-8EEB930BE6F8}"/>
              </a:ext>
            </a:extLst>
          </p:cNvPr>
          <p:cNvSpPr>
            <a:spLocks noGrp="1"/>
          </p:cNvSpPr>
          <p:nvPr>
            <p:ph type="title"/>
          </p:nvPr>
        </p:nvSpPr>
        <p:spPr>
          <a:xfrm>
            <a:off x="971550" y="306659"/>
            <a:ext cx="7200900" cy="1485900"/>
          </a:xfrm>
        </p:spPr>
        <p:txBody>
          <a:bodyPr>
            <a:normAutofit/>
          </a:bodyPr>
          <a:lstStyle/>
          <a:p>
            <a:pPr algn="ctr"/>
            <a:r>
              <a:rPr lang="es-ES" sz="3200" dirty="0"/>
              <a:t>Reflexiones Finales</a:t>
            </a:r>
            <a:endParaRPr sz="3200" dirty="0"/>
          </a:p>
        </p:txBody>
      </p:sp>
      <p:pic>
        <p:nvPicPr>
          <p:cNvPr id="1026" name="Picture 2" descr="Calma tensa en Torre Pacheco gracias a la fuerte presencia de la ...">
            <a:extLst>
              <a:ext uri="{FF2B5EF4-FFF2-40B4-BE49-F238E27FC236}">
                <a16:creationId xmlns:a16="http://schemas.microsoft.com/office/drawing/2014/main" id="{5D74F8EE-FC49-4220-9C42-5146ECB9C26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549" y="1136030"/>
            <a:ext cx="7892587" cy="44395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44971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8301DA-0958-83A3-5582-BC4B1DFC77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7E54E6-E3D8-756B-E621-437458661688}"/>
              </a:ext>
            </a:extLst>
          </p:cNvPr>
          <p:cNvSpPr>
            <a:spLocks noGrp="1"/>
          </p:cNvSpPr>
          <p:nvPr>
            <p:ph type="title"/>
          </p:nvPr>
        </p:nvSpPr>
        <p:spPr>
          <a:xfrm>
            <a:off x="971550" y="306659"/>
            <a:ext cx="7200900" cy="1485900"/>
          </a:xfrm>
        </p:spPr>
        <p:txBody>
          <a:bodyPr>
            <a:normAutofit/>
          </a:bodyPr>
          <a:lstStyle/>
          <a:p>
            <a:pPr algn="ctr"/>
            <a:r>
              <a:rPr lang="es-ES" sz="3200" dirty="0"/>
              <a:t>Reflexiones Finales</a:t>
            </a:r>
            <a:endParaRPr sz="3200" dirty="0"/>
          </a:p>
        </p:txBody>
      </p:sp>
      <p:sp>
        <p:nvSpPr>
          <p:cNvPr id="3" name="Content Placeholder 2">
            <a:extLst>
              <a:ext uri="{FF2B5EF4-FFF2-40B4-BE49-F238E27FC236}">
                <a16:creationId xmlns:a16="http://schemas.microsoft.com/office/drawing/2014/main" id="{B7D8E3BF-73D7-1AA8-000B-429FB2D9C93D}"/>
              </a:ext>
            </a:extLst>
          </p:cNvPr>
          <p:cNvSpPr>
            <a:spLocks noGrp="1"/>
          </p:cNvSpPr>
          <p:nvPr>
            <p:ph idx="1"/>
          </p:nvPr>
        </p:nvSpPr>
        <p:spPr>
          <a:xfrm>
            <a:off x="1262876" y="1049610"/>
            <a:ext cx="7200900" cy="5384644"/>
          </a:xfrm>
        </p:spPr>
        <p:txBody>
          <a:bodyPr>
            <a:normAutofit fontScale="92500" lnSpcReduction="10000"/>
          </a:bodyPr>
          <a:lstStyle/>
          <a:p>
            <a:pPr>
              <a:buFont typeface="Arial" panose="020B0604020202020204" pitchFamily="34" charset="0"/>
              <a:buChar char="•"/>
            </a:pPr>
            <a:r>
              <a:rPr lang="es-ES" dirty="0"/>
              <a:t>Narrativas de identidad social (nativos / inmigrantes) muy presentes en medios y redes. </a:t>
            </a:r>
          </a:p>
          <a:p>
            <a:pPr>
              <a:buFont typeface="Arial" panose="020B0604020202020204" pitchFamily="34" charset="0"/>
              <a:buChar char="•"/>
            </a:pPr>
            <a:r>
              <a:rPr lang="es-ES" dirty="0"/>
              <a:t>Los discursos resaltaban diferencias culturales, étnicas o nacionales.</a:t>
            </a:r>
          </a:p>
          <a:p>
            <a:pPr lvl="1">
              <a:buFont typeface="Arial" panose="020B0604020202020204" pitchFamily="34" charset="0"/>
              <a:buChar char="•"/>
            </a:pPr>
            <a:r>
              <a:rPr lang="es-ES" i="0" dirty="0"/>
              <a:t>Se presentaba al exogrupo como “diferente” y al </a:t>
            </a:r>
            <a:r>
              <a:rPr lang="es-ES" i="0" dirty="0" err="1"/>
              <a:t>endogrupo</a:t>
            </a:r>
            <a:r>
              <a:rPr lang="es-ES" i="0" dirty="0"/>
              <a:t> como homogéneo (“la gente de aquí”).</a:t>
            </a:r>
          </a:p>
          <a:p>
            <a:pPr lvl="1">
              <a:buFont typeface="Arial" panose="020B0604020202020204" pitchFamily="34" charset="0"/>
              <a:buChar char="•"/>
            </a:pPr>
            <a:r>
              <a:rPr lang="es-ES" i="0" dirty="0"/>
              <a:t>Eso genera </a:t>
            </a:r>
            <a:r>
              <a:rPr lang="es-ES" i="0" dirty="0" err="1"/>
              <a:t>metacontraste</a:t>
            </a:r>
            <a:r>
              <a:rPr lang="es-ES" i="0" dirty="0"/>
              <a:t>:</a:t>
            </a:r>
          </a:p>
          <a:p>
            <a:pPr lvl="2">
              <a:buFont typeface="Arial" panose="020B0604020202020204" pitchFamily="34" charset="0"/>
              <a:buChar char="•"/>
            </a:pPr>
            <a:r>
              <a:rPr lang="es-ES" dirty="0"/>
              <a:t>→ ellos = muy distintos</a:t>
            </a:r>
          </a:p>
          <a:p>
            <a:pPr lvl="2">
              <a:buFont typeface="Arial" panose="020B0604020202020204" pitchFamily="34" charset="0"/>
              <a:buChar char="•"/>
            </a:pPr>
            <a:r>
              <a:rPr lang="es-ES" dirty="0"/>
              <a:t>→ nosotros = muy parecidos entre nosotros</a:t>
            </a:r>
          </a:p>
          <a:p>
            <a:pPr>
              <a:buFont typeface="Arial" panose="020B0604020202020204" pitchFamily="34" charset="0"/>
              <a:buChar char="•"/>
            </a:pPr>
            <a:r>
              <a:rPr lang="es-ES" dirty="0"/>
              <a:t>Cuando la identidad grupal es muy saliente, el “yo individual” se redefine en términos del prototipo del grupo:</a:t>
            </a:r>
          </a:p>
          <a:p>
            <a:pPr lvl="1">
              <a:buFont typeface="Arial" panose="020B0604020202020204" pitchFamily="34" charset="0"/>
              <a:buChar char="•"/>
            </a:pPr>
            <a:r>
              <a:rPr lang="es-ES" i="0" dirty="0"/>
              <a:t>Se tiende a actuar según “lo que hace/cree nuestro grupo”.</a:t>
            </a:r>
          </a:p>
          <a:p>
            <a:pPr lvl="1">
              <a:buFont typeface="Arial" panose="020B0604020202020204" pitchFamily="34" charset="0"/>
              <a:buChar char="•"/>
            </a:pPr>
            <a:r>
              <a:rPr lang="es-ES" i="0" dirty="0"/>
              <a:t>más conformidad con normas grupales (reales o imaginadas)</a:t>
            </a:r>
          </a:p>
          <a:p>
            <a:pPr lvl="1">
              <a:buFont typeface="Arial" panose="020B0604020202020204" pitchFamily="34" charset="0"/>
              <a:buChar char="•"/>
            </a:pPr>
            <a:r>
              <a:rPr lang="es-ES" i="0" dirty="0"/>
              <a:t>más sensibilidad a amenazas intergrupales</a:t>
            </a:r>
          </a:p>
          <a:p>
            <a:pPr lvl="1">
              <a:buFont typeface="Arial" panose="020B0604020202020204" pitchFamily="34" charset="0"/>
              <a:buChar char="•"/>
            </a:pPr>
            <a:r>
              <a:rPr lang="es-ES" i="0" dirty="0"/>
              <a:t>más polarización entre “nosotros” y “ellos”…</a:t>
            </a:r>
          </a:p>
        </p:txBody>
      </p:sp>
    </p:spTree>
    <p:extLst>
      <p:ext uri="{BB962C8B-B14F-4D97-AF65-F5344CB8AC3E}">
        <p14:creationId xmlns:p14="http://schemas.microsoft.com/office/powerpoint/2010/main" val="2796685607"/>
      </p:ext>
    </p:extLst>
  </p:cSld>
  <p:clrMapOvr>
    <a:masterClrMapping/>
  </p:clrMapOvr>
</p:sld>
</file>

<file path=ppt/theme/theme1.xml><?xml version="1.0" encoding="utf-8"?>
<a:theme xmlns:a="http://schemas.openxmlformats.org/drawingml/2006/main" name="Recorte">
  <a:themeElements>
    <a:clrScheme name="Recorte">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Recorte">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Recort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docProps/app.xml><?xml version="1.0" encoding="utf-8"?>
<Properties xmlns="http://schemas.openxmlformats.org/officeDocument/2006/extended-properties" xmlns:vt="http://schemas.openxmlformats.org/officeDocument/2006/docPropsVTypes">
  <Template>Crop</Template>
  <TotalTime>890</TotalTime>
  <Words>1131</Words>
  <Application>Microsoft Macintosh PowerPoint</Application>
  <PresentationFormat>Presentación en pantalla (4:3)</PresentationFormat>
  <Paragraphs>88</Paragraphs>
  <Slides>16</Slides>
  <Notes>0</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16</vt:i4>
      </vt:variant>
    </vt:vector>
  </HeadingPairs>
  <TitlesOfParts>
    <vt:vector size="19" baseType="lpstr">
      <vt:lpstr>Arial</vt:lpstr>
      <vt:lpstr>Franklin Gothic Book</vt:lpstr>
      <vt:lpstr>Recorte</vt:lpstr>
      <vt:lpstr>Actividad Práctica 2  Tema 1. El Yo Social  Identidad Social y Autocategorización </vt:lpstr>
      <vt:lpstr>Presentación de PowerPoint</vt:lpstr>
      <vt:lpstr>2. </vt:lpstr>
      <vt:lpstr>3.</vt:lpstr>
      <vt:lpstr>4. </vt:lpstr>
      <vt:lpstr>5. ¿Qué grupo creéis que ha ganado?</vt:lpstr>
      <vt:lpstr>6. Debriefing</vt:lpstr>
      <vt:lpstr>Teoría de la Identidad Social</vt:lpstr>
      <vt:lpstr>Paradigma del Grupo Mínimo</vt:lpstr>
      <vt:lpstr>Paradigma del Grupo Mínimo</vt:lpstr>
      <vt:lpstr>Teoría de la Autocategorización del Yo </vt:lpstr>
      <vt:lpstr>Teoría de la Autocategorización del Yo (Turner et al., 1987)</vt:lpstr>
      <vt:lpstr>Ideas Clave</vt:lpstr>
      <vt:lpstr>Reflexiones Finales</vt:lpstr>
      <vt:lpstr>Reflexiones Finales</vt:lpstr>
      <vt:lpstr>Reflexiones Finales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Josep  Garcia</cp:lastModifiedBy>
  <cp:revision>4</cp:revision>
  <dcterms:created xsi:type="dcterms:W3CDTF">2013-01-27T09:14:16Z</dcterms:created>
  <dcterms:modified xsi:type="dcterms:W3CDTF">2025-11-11T23:25:18Z</dcterms:modified>
  <cp:category/>
</cp:coreProperties>
</file>